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896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 Imerlishvili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Engineer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0352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Impact 2025  ·  </a:t>
            </a:r>
            <a:r>
              <a:rPr lang="en-US" sz="11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GenofIT</a:t>
            </a: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 – Present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8138160" cy="16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93392"/>
            <a:ext cx="1938528" cy="10058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993392"/>
            <a:ext cx="41148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20574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12648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Projects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993392"/>
            <a:ext cx="1938528" cy="10058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993392"/>
            <a:ext cx="41148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715768" y="20574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15768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Written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993392"/>
            <a:ext cx="1938528" cy="10058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993392"/>
            <a:ext cx="41148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18888" y="20574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a-GE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18888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 Filed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993392"/>
            <a:ext cx="1938528" cy="10058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993392"/>
            <a:ext cx="41148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922008" y="20574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22008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Types Used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3182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27632" y="318211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·  Mobile  ·  SaaS  ·  AI Platform  ·  E-commerce  ·  Logistics  ·  LMS  ·  Social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27632" y="35204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Postman  ·  Chrome DevTools  ·  Android Testing  ·  TestFlight  ·  GA4  ·  GTM  ·  ClickUp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linkedin.com/in/lili-imerlishvili  ·  lilimerlishvili@gmail.com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Expertise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testing applied across all projects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8138160" cy="16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2788920" cy="162763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1148" cy="162763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258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3075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0352" y="1801368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user flows, business logic, data consistency across modules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143000"/>
            <a:ext cx="2788920" cy="162763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143000"/>
            <a:ext cx="41148" cy="162763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3258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86200" y="13075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56432" y="1801368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Creative, unscripted discovery of edge cases and unexpected behaviour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143000"/>
            <a:ext cx="2788920" cy="162763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143000"/>
            <a:ext cx="41148" cy="162763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3258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12280" y="13075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82512" y="1801368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applied fixes do not break existing stable functionality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65760" y="2971800"/>
            <a:ext cx="2788920" cy="162763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2971800"/>
            <a:ext cx="41148" cy="162763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15468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3136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Testing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30352" y="3630168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— physical devices, TestFlight and simulators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91840" y="2971800"/>
            <a:ext cx="2788920" cy="162763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91840" y="2971800"/>
            <a:ext cx="41148" cy="162763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15468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86200" y="3136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Testing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456432" y="3630168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Safari and Edge compatibility and layout consistency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217920" y="2971800"/>
            <a:ext cx="2788920" cy="162763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17920" y="2971800"/>
            <a:ext cx="41148" cy="162763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154680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12280" y="3136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382512" y="3630168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Postman-based request validation, response checks and backend integration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7" name="Text 2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applied: UI/UX Testing  ·  Smoke Testing  ·  Localization Testing  ·  Usability Testing  ·  Security Basics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Portfolio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2011680" cy="62179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13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42032" y="685800"/>
            <a:ext cx="2011680" cy="62179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33472" y="713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33472" y="1051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18304" y="685800"/>
            <a:ext cx="2011680" cy="62179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9744" y="713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9744" y="1051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94576" y="685800"/>
            <a:ext cx="2011680" cy="62179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86016" y="713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86016" y="1051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417320"/>
            <a:ext cx="2816352" cy="1115568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417320"/>
            <a:ext cx="41148" cy="111556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508760"/>
            <a:ext cx="256032" cy="25603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49808" y="148132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Writing Platform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49808" y="176479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02336" y="1993392"/>
            <a:ext cx="2578608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402336" y="2039112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drafting, document editing, AI-assisted writing and collaboration flows. Found workspace navigation issues, saved content inconsistencies and AI output bugs.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227832" y="1417320"/>
            <a:ext cx="2816352" cy="1115568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27832" y="1417320"/>
            <a:ext cx="41148" cy="111556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508760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703320" y="148132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AI Platform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703320" y="176479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3355848" y="1993392"/>
            <a:ext cx="2578608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5"/>
          <p:cNvSpPr/>
          <p:nvPr/>
        </p:nvSpPr>
        <p:spPr>
          <a:xfrm>
            <a:off x="3355848" y="2039112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AI Chat, AI Search and Admin Panel. Identified search accuracy issues, frontend-backend data mismatches and form validation bugs.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6181344" y="1417320"/>
            <a:ext cx="2816352" cy="1115568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181344" y="1417320"/>
            <a:ext cx="41148" cy="111556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508760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656832" y="148132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Digital Content Platform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656832" y="176479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Children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6309360" y="1993392"/>
            <a:ext cx="2578608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1"/>
          <p:cNvSpPr/>
          <p:nvPr/>
        </p:nvSpPr>
        <p:spPr>
          <a:xfrm>
            <a:off x="6309360" y="2039112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story browsing, interactive games and purchase flows. Found checkout blocker, gameplay freeze bugs and content display inconsistencies.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274320" y="2624328"/>
            <a:ext cx="2816352" cy="1115568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274320" y="2624328"/>
            <a:ext cx="41148" cy="111556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2715768"/>
            <a:ext cx="256032" cy="25603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49808" y="268833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 Platform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749808" y="297180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402336" y="3200400"/>
            <a:ext cx="2578608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37"/>
          <p:cNvSpPr/>
          <p:nvPr/>
        </p:nvSpPr>
        <p:spPr>
          <a:xfrm>
            <a:off x="402336" y="3246120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contract creation, document management and form validation. Detected data inconsistencies, navigation issues and regression bugs after updates.</a:t>
            </a:r>
            <a:endParaRPr lang="en-US" sz="750" dirty="0"/>
          </a:p>
        </p:txBody>
      </p:sp>
      <p:sp>
        <p:nvSpPr>
          <p:cNvPr id="44" name="Shape 38"/>
          <p:cNvSpPr/>
          <p:nvPr/>
        </p:nvSpPr>
        <p:spPr>
          <a:xfrm>
            <a:off x="3227832" y="2624328"/>
            <a:ext cx="2816352" cy="1115568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3227832" y="2624328"/>
            <a:ext cx="41148" cy="111556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2715768"/>
            <a:ext cx="256032" cy="256032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3703320" y="268833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Marketplace Platform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3703320" y="297180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B2C</a:t>
            </a:r>
            <a:endParaRPr lang="en-US" sz="800" dirty="0"/>
          </a:p>
        </p:txBody>
      </p:sp>
      <p:sp>
        <p:nvSpPr>
          <p:cNvPr id="49" name="Shape 42"/>
          <p:cNvSpPr/>
          <p:nvPr/>
        </p:nvSpPr>
        <p:spPr>
          <a:xfrm>
            <a:off x="3355848" y="3200400"/>
            <a:ext cx="2578608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3"/>
          <p:cNvSpPr/>
          <p:nvPr/>
        </p:nvSpPr>
        <p:spPr>
          <a:xfrm>
            <a:off x="3355848" y="3246120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service browsing, booking flows and provider data. Found data inconsistencies, validation gaps and UI/UX issues across modules.</a:t>
            </a:r>
            <a:endParaRPr lang="en-US" sz="750" dirty="0"/>
          </a:p>
        </p:txBody>
      </p:sp>
      <p:sp>
        <p:nvSpPr>
          <p:cNvPr id="51" name="Shape 44"/>
          <p:cNvSpPr/>
          <p:nvPr/>
        </p:nvSpPr>
        <p:spPr>
          <a:xfrm>
            <a:off x="6181344" y="2624328"/>
            <a:ext cx="2816352" cy="1115568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2" name="Shape 45"/>
          <p:cNvSpPr/>
          <p:nvPr/>
        </p:nvSpPr>
        <p:spPr>
          <a:xfrm>
            <a:off x="6181344" y="2624328"/>
            <a:ext cx="41148" cy="111556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2715768"/>
            <a:ext cx="256032" cy="256032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6656832" y="268833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Activity Mobile App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6656832" y="297180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iOS/Android</a:t>
            </a:r>
            <a:endParaRPr lang="en-US" sz="800" dirty="0"/>
          </a:p>
        </p:txBody>
      </p:sp>
      <p:sp>
        <p:nvSpPr>
          <p:cNvPr id="56" name="Shape 48"/>
          <p:cNvSpPr/>
          <p:nvPr/>
        </p:nvSpPr>
        <p:spPr>
          <a:xfrm>
            <a:off x="6309360" y="3200400"/>
            <a:ext cx="2578608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49"/>
          <p:cNvSpPr/>
          <p:nvPr/>
        </p:nvSpPr>
        <p:spPr>
          <a:xfrm>
            <a:off x="6309360" y="3246120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purchase, checkout and transaction confirmation flows. Found screen transition issues, payment status bugs and form validation errors.</a:t>
            </a:r>
            <a:endParaRPr lang="en-US" sz="750" dirty="0"/>
          </a:p>
        </p:txBody>
      </p:sp>
      <p:sp>
        <p:nvSpPr>
          <p:cNvPr id="58" name="Shape 50"/>
          <p:cNvSpPr/>
          <p:nvPr/>
        </p:nvSpPr>
        <p:spPr>
          <a:xfrm>
            <a:off x="274320" y="3831336"/>
            <a:ext cx="2816352" cy="1115568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9" name="Shape 51"/>
          <p:cNvSpPr/>
          <p:nvPr/>
        </p:nvSpPr>
        <p:spPr>
          <a:xfrm>
            <a:off x="274320" y="3831336"/>
            <a:ext cx="41148" cy="111556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336" y="3922776"/>
            <a:ext cx="256032" cy="256032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749808" y="3895344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Student-Focused Mobile App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749808" y="417880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Android</a:t>
            </a:r>
            <a:endParaRPr lang="en-US" sz="800" dirty="0"/>
          </a:p>
        </p:txBody>
      </p:sp>
      <p:sp>
        <p:nvSpPr>
          <p:cNvPr id="63" name="Shape 54"/>
          <p:cNvSpPr/>
          <p:nvPr/>
        </p:nvSpPr>
        <p:spPr>
          <a:xfrm>
            <a:off x="402336" y="4407408"/>
            <a:ext cx="2578608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55"/>
          <p:cNvSpPr/>
          <p:nvPr/>
        </p:nvSpPr>
        <p:spPr>
          <a:xfrm>
            <a:off x="402336" y="4453128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student-facing flows, navigation and privacy settings. Identified critical privacy setting bypass, media upload failure and UI inconsistencies.</a:t>
            </a:r>
            <a:endParaRPr lang="en-US" sz="750" dirty="0"/>
          </a:p>
        </p:txBody>
      </p:sp>
      <p:sp>
        <p:nvSpPr>
          <p:cNvPr id="65" name="Shape 56"/>
          <p:cNvSpPr/>
          <p:nvPr/>
        </p:nvSpPr>
        <p:spPr>
          <a:xfrm>
            <a:off x="3227832" y="3831336"/>
            <a:ext cx="2816352" cy="1115568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6" name="Shape 57"/>
          <p:cNvSpPr/>
          <p:nvPr/>
        </p:nvSpPr>
        <p:spPr>
          <a:xfrm>
            <a:off x="3227832" y="3831336"/>
            <a:ext cx="41148" cy="111556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5848" y="3922776"/>
            <a:ext cx="256032" cy="256032"/>
          </a:xfrm>
          <a:prstGeom prst="rect">
            <a:avLst/>
          </a:prstGeom>
        </p:spPr>
      </p:pic>
      <p:sp>
        <p:nvSpPr>
          <p:cNvPr id="68" name="Text 58"/>
          <p:cNvSpPr/>
          <p:nvPr/>
        </p:nvSpPr>
        <p:spPr>
          <a:xfrm>
            <a:off x="3703320" y="3895344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Practice Platform</a:t>
            </a:r>
            <a:endParaRPr lang="en-US" sz="900" dirty="0"/>
          </a:p>
        </p:txBody>
      </p:sp>
      <p:sp>
        <p:nvSpPr>
          <p:cNvPr id="69" name="Text 59"/>
          <p:cNvSpPr/>
          <p:nvPr/>
        </p:nvSpPr>
        <p:spPr>
          <a:xfrm>
            <a:off x="3703320" y="417880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800" dirty="0"/>
          </a:p>
        </p:txBody>
      </p:sp>
      <p:sp>
        <p:nvSpPr>
          <p:cNvPr id="70" name="Shape 60"/>
          <p:cNvSpPr/>
          <p:nvPr/>
        </p:nvSpPr>
        <p:spPr>
          <a:xfrm>
            <a:off x="3355848" y="4407408"/>
            <a:ext cx="2578608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1"/>
          <p:cNvSpPr/>
          <p:nvPr/>
        </p:nvSpPr>
        <p:spPr>
          <a:xfrm>
            <a:off x="3355848" y="4453128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typing flows, score calculation, timer behaviour and progress tracking. Found result inconsistencies, input bugs and responsive layout issues.</a:t>
            </a:r>
            <a:endParaRPr lang="en-US" sz="750" dirty="0"/>
          </a:p>
        </p:txBody>
      </p:sp>
      <p:sp>
        <p:nvSpPr>
          <p:cNvPr id="72" name="Shape 62"/>
          <p:cNvSpPr/>
          <p:nvPr/>
        </p:nvSpPr>
        <p:spPr>
          <a:xfrm>
            <a:off x="6181344" y="3831336"/>
            <a:ext cx="2816352" cy="1115568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3" name="Shape 63"/>
          <p:cNvSpPr/>
          <p:nvPr/>
        </p:nvSpPr>
        <p:spPr>
          <a:xfrm>
            <a:off x="6181344" y="3831336"/>
            <a:ext cx="41148" cy="111556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3922776"/>
            <a:ext cx="256032" cy="256032"/>
          </a:xfrm>
          <a:prstGeom prst="rect">
            <a:avLst/>
          </a:prstGeom>
        </p:spPr>
      </p:pic>
      <p:sp>
        <p:nvSpPr>
          <p:cNvPr id="75" name="Text 64"/>
          <p:cNvSpPr/>
          <p:nvPr/>
        </p:nvSpPr>
        <p:spPr>
          <a:xfrm>
            <a:off x="6656832" y="3895344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&amp; Mindfulness Mobile App</a:t>
            </a:r>
            <a:endParaRPr lang="en-US" sz="900" dirty="0"/>
          </a:p>
        </p:txBody>
      </p:sp>
      <p:sp>
        <p:nvSpPr>
          <p:cNvPr id="76" name="Text 65"/>
          <p:cNvSpPr/>
          <p:nvPr/>
        </p:nvSpPr>
        <p:spPr>
          <a:xfrm>
            <a:off x="6656832" y="417880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iOS/Android</a:t>
            </a:r>
            <a:endParaRPr lang="en-US" sz="800" dirty="0"/>
          </a:p>
        </p:txBody>
      </p:sp>
      <p:sp>
        <p:nvSpPr>
          <p:cNvPr id="77" name="Shape 66"/>
          <p:cNvSpPr/>
          <p:nvPr/>
        </p:nvSpPr>
        <p:spPr>
          <a:xfrm>
            <a:off x="6309360" y="4407408"/>
            <a:ext cx="2578608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67"/>
          <p:cNvSpPr/>
          <p:nvPr/>
        </p:nvSpPr>
        <p:spPr>
          <a:xfrm>
            <a:off x="6309360" y="4453128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lifestyle features, content display and navigation flows. Found screen transition bugs, content display issues and form validation gaps.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Projects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platforms tested through confidential and freelance engagements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8138160" cy="16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1024128"/>
            <a:ext cx="2084832" cy="12344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24128"/>
            <a:ext cx="41148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115568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109728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Recruiting System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29184" y="14630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9184" y="1673352"/>
            <a:ext cx="18288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329184" y="17190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AI-driven candidate search &amp; ranking. Found ranking inconsistencies and data mismatches. Search relevance improved 30%.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414016" y="1024128"/>
            <a:ext cx="2084832" cy="12344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14016" y="1024128"/>
            <a:ext cx="41148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115568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34640" y="109728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Multi-Modal Platform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2542032" y="14630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2542032" y="1673352"/>
            <a:ext cx="18288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5"/>
          <p:cNvSpPr/>
          <p:nvPr/>
        </p:nvSpPr>
        <p:spPr>
          <a:xfrm>
            <a:off x="2542032" y="17190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AI chat, audio, image and video generation flows. Detected prompt handling issues and integration gaps between AI models.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4626864" y="1024128"/>
            <a:ext cx="2084832" cy="12344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26864" y="1024128"/>
            <a:ext cx="41148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115568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47488" y="109728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Platform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754880" y="14630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Marketing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4754880" y="1673352"/>
            <a:ext cx="18288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4754880" y="17190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interactive banners, CTA buttons and voucher download flows. Found rendering inconsistencies and file handling bugs.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6839712" y="1024128"/>
            <a:ext cx="2084832" cy="12344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839712" y="1024128"/>
            <a:ext cx="41148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1115568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60336" y="109728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Web Platform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6967728" y="14630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B2C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6967728" y="1673352"/>
            <a:ext cx="18288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27"/>
          <p:cNvSpPr/>
          <p:nvPr/>
        </p:nvSpPr>
        <p:spPr>
          <a:xfrm>
            <a:off x="6967728" y="17190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of product listing, cart and checkout. Tested multilingual modules. UI/UX improved 25%, purchase issues reduced 30%.</a:t>
            </a:r>
            <a:endParaRPr lang="en-US" sz="750" dirty="0"/>
          </a:p>
        </p:txBody>
      </p:sp>
      <p:sp>
        <p:nvSpPr>
          <p:cNvPr id="34" name="Shape 28"/>
          <p:cNvSpPr/>
          <p:nvPr/>
        </p:nvSpPr>
        <p:spPr>
          <a:xfrm>
            <a:off x="201168" y="2377440"/>
            <a:ext cx="2084832" cy="12344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201168" y="2377440"/>
            <a:ext cx="41148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" y="2468880"/>
            <a:ext cx="228600" cy="2286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21792" y="245059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Platform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329184" y="28163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750" dirty="0"/>
          </a:p>
        </p:txBody>
      </p:sp>
      <p:sp>
        <p:nvSpPr>
          <p:cNvPr id="39" name="Shape 32"/>
          <p:cNvSpPr/>
          <p:nvPr/>
        </p:nvSpPr>
        <p:spPr>
          <a:xfrm>
            <a:off x="329184" y="3026664"/>
            <a:ext cx="18288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3"/>
          <p:cNvSpPr/>
          <p:nvPr/>
        </p:nvSpPr>
        <p:spPr>
          <a:xfrm>
            <a:off x="329184" y="30723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route selection, booking and multilingual flows. Found localisation inconsistencies and map integration gaps. Language bugs reduced 35%.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2414016" y="2377440"/>
            <a:ext cx="2084832" cy="12344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2414016" y="2377440"/>
            <a:ext cx="41148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2032" y="2468880"/>
            <a:ext cx="228600" cy="22860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2834640" y="245059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&amp; Mindfulness LMS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2542032" y="28163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E-learning</a:t>
            </a:r>
            <a:endParaRPr lang="en-US" sz="750" dirty="0"/>
          </a:p>
        </p:txBody>
      </p:sp>
      <p:sp>
        <p:nvSpPr>
          <p:cNvPr id="46" name="Shape 38"/>
          <p:cNvSpPr/>
          <p:nvPr/>
        </p:nvSpPr>
        <p:spPr>
          <a:xfrm>
            <a:off x="2542032" y="3026664"/>
            <a:ext cx="18288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39"/>
          <p:cNvSpPr/>
          <p:nvPr/>
        </p:nvSpPr>
        <p:spPr>
          <a:xfrm>
            <a:off x="2542032" y="30723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course flows and payment integrations (Stripe, PayPal, Klarna). Verified GDPR compliance and GA4/GTM tracking accuracy.</a:t>
            </a:r>
            <a:endParaRPr lang="en-US" sz="750" dirty="0"/>
          </a:p>
        </p:txBody>
      </p:sp>
      <p:sp>
        <p:nvSpPr>
          <p:cNvPr id="48" name="Shape 40"/>
          <p:cNvSpPr/>
          <p:nvPr/>
        </p:nvSpPr>
        <p:spPr>
          <a:xfrm>
            <a:off x="4626864" y="2377440"/>
            <a:ext cx="2084832" cy="12344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4626864" y="2377440"/>
            <a:ext cx="41148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468880"/>
            <a:ext cx="228600" cy="22860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5047488" y="245059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Platform</a:t>
            </a:r>
            <a:endParaRPr lang="en-US" sz="850" dirty="0"/>
          </a:p>
        </p:txBody>
      </p:sp>
      <p:sp>
        <p:nvSpPr>
          <p:cNvPr id="52" name="Text 43"/>
          <p:cNvSpPr/>
          <p:nvPr/>
        </p:nvSpPr>
        <p:spPr>
          <a:xfrm>
            <a:off x="4754880" y="28163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B2C</a:t>
            </a:r>
            <a:endParaRPr lang="en-US" sz="750" dirty="0"/>
          </a:p>
        </p:txBody>
      </p:sp>
      <p:sp>
        <p:nvSpPr>
          <p:cNvPr id="53" name="Shape 44"/>
          <p:cNvSpPr/>
          <p:nvPr/>
        </p:nvSpPr>
        <p:spPr>
          <a:xfrm>
            <a:off x="4754880" y="3026664"/>
            <a:ext cx="18288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45"/>
          <p:cNvSpPr/>
          <p:nvPr/>
        </p:nvSpPr>
        <p:spPr>
          <a:xfrm>
            <a:off x="4754880" y="30723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property listings, inquiry forms and dynamic content. Found multiple UI inconsistencies and tracking gaps. UI stability increased 30%.</a:t>
            </a:r>
            <a:endParaRPr lang="en-US" sz="750" dirty="0"/>
          </a:p>
        </p:txBody>
      </p:sp>
      <p:sp>
        <p:nvSpPr>
          <p:cNvPr id="55" name="Shape 46"/>
          <p:cNvSpPr/>
          <p:nvPr/>
        </p:nvSpPr>
        <p:spPr>
          <a:xfrm>
            <a:off x="6839712" y="2377440"/>
            <a:ext cx="2084832" cy="12344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6" name="Shape 47"/>
          <p:cNvSpPr/>
          <p:nvPr/>
        </p:nvSpPr>
        <p:spPr>
          <a:xfrm>
            <a:off x="6839712" y="2377440"/>
            <a:ext cx="41148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7728" y="2468880"/>
            <a:ext cx="228600" cy="228600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7260336" y="245059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Mobile App</a:t>
            </a:r>
            <a:endParaRPr lang="en-US" sz="850" dirty="0"/>
          </a:p>
        </p:txBody>
      </p:sp>
      <p:sp>
        <p:nvSpPr>
          <p:cNvPr id="59" name="Text 49"/>
          <p:cNvSpPr/>
          <p:nvPr/>
        </p:nvSpPr>
        <p:spPr>
          <a:xfrm>
            <a:off x="6967728" y="28163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Android</a:t>
            </a:r>
            <a:endParaRPr lang="en-US" sz="750" dirty="0"/>
          </a:p>
        </p:txBody>
      </p:sp>
      <p:sp>
        <p:nvSpPr>
          <p:cNvPr id="60" name="Shape 50"/>
          <p:cNvSpPr/>
          <p:nvPr/>
        </p:nvSpPr>
        <p:spPr>
          <a:xfrm>
            <a:off x="6967728" y="3026664"/>
            <a:ext cx="18288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1"/>
          <p:cNvSpPr/>
          <p:nvPr/>
        </p:nvSpPr>
        <p:spPr>
          <a:xfrm>
            <a:off x="6967728" y="30723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chat, notifications and media upload flows. Found real-time messaging issues and API response inconsistencies.</a:t>
            </a:r>
            <a:endParaRPr lang="en-US" sz="750" dirty="0"/>
          </a:p>
        </p:txBody>
      </p:sp>
      <p:sp>
        <p:nvSpPr>
          <p:cNvPr id="62" name="Shape 52"/>
          <p:cNvSpPr/>
          <p:nvPr/>
        </p:nvSpPr>
        <p:spPr>
          <a:xfrm>
            <a:off x="201168" y="3730752"/>
            <a:ext cx="2084832" cy="12344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3" name="Shape 53"/>
          <p:cNvSpPr/>
          <p:nvPr/>
        </p:nvSpPr>
        <p:spPr>
          <a:xfrm>
            <a:off x="201168" y="3730752"/>
            <a:ext cx="41148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184" y="3822192"/>
            <a:ext cx="228600" cy="2286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621792" y="380390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Platform</a:t>
            </a:r>
            <a:endParaRPr lang="en-US" sz="850" dirty="0"/>
          </a:p>
        </p:txBody>
      </p:sp>
      <p:sp>
        <p:nvSpPr>
          <p:cNvPr id="66" name="Text 55"/>
          <p:cNvSpPr/>
          <p:nvPr/>
        </p:nvSpPr>
        <p:spPr>
          <a:xfrm>
            <a:off x="329184" y="416966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750" dirty="0"/>
          </a:p>
        </p:txBody>
      </p:sp>
      <p:sp>
        <p:nvSpPr>
          <p:cNvPr id="67" name="Shape 56"/>
          <p:cNvSpPr/>
          <p:nvPr/>
        </p:nvSpPr>
        <p:spPr>
          <a:xfrm>
            <a:off x="329184" y="4379976"/>
            <a:ext cx="18288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57"/>
          <p:cNvSpPr/>
          <p:nvPr/>
        </p:nvSpPr>
        <p:spPr>
          <a:xfrm>
            <a:off x="329184" y="44256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test cases for registration, job posting and application flows. API validation via Postman. Core workflow stability improved 30%.</a:t>
            </a:r>
            <a:endParaRPr lang="en-US" sz="750" dirty="0"/>
          </a:p>
        </p:txBody>
      </p:sp>
      <p:sp>
        <p:nvSpPr>
          <p:cNvPr id="69" name="Shape 58"/>
          <p:cNvSpPr/>
          <p:nvPr/>
        </p:nvSpPr>
        <p:spPr>
          <a:xfrm>
            <a:off x="2414016" y="3730752"/>
            <a:ext cx="2084832" cy="12344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0" name="Shape 59"/>
          <p:cNvSpPr/>
          <p:nvPr/>
        </p:nvSpPr>
        <p:spPr>
          <a:xfrm>
            <a:off x="2414016" y="3730752"/>
            <a:ext cx="41148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2032" y="3822192"/>
            <a:ext cx="228600" cy="228600"/>
          </a:xfrm>
          <a:prstGeom prst="rect">
            <a:avLst/>
          </a:prstGeom>
        </p:spPr>
      </p:pic>
      <p:sp>
        <p:nvSpPr>
          <p:cNvPr id="72" name="Text 60"/>
          <p:cNvSpPr/>
          <p:nvPr/>
        </p:nvSpPr>
        <p:spPr>
          <a:xfrm>
            <a:off x="2834640" y="380390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Kitchenware E-commerce</a:t>
            </a:r>
            <a:endParaRPr lang="en-US" sz="850" dirty="0"/>
          </a:p>
        </p:txBody>
      </p:sp>
      <p:sp>
        <p:nvSpPr>
          <p:cNvPr id="73" name="Text 61"/>
          <p:cNvSpPr/>
          <p:nvPr/>
        </p:nvSpPr>
        <p:spPr>
          <a:xfrm>
            <a:off x="2542032" y="416966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B2C</a:t>
            </a:r>
            <a:endParaRPr lang="en-US" sz="750" dirty="0"/>
          </a:p>
        </p:txBody>
      </p:sp>
      <p:sp>
        <p:nvSpPr>
          <p:cNvPr id="74" name="Shape 62"/>
          <p:cNvSpPr/>
          <p:nvPr/>
        </p:nvSpPr>
        <p:spPr>
          <a:xfrm>
            <a:off x="2542032" y="4379976"/>
            <a:ext cx="18288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63"/>
          <p:cNvSpPr/>
          <p:nvPr/>
        </p:nvSpPr>
        <p:spPr>
          <a:xfrm>
            <a:off x="2542032" y="44256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product pages, real-time availability and shopping flows. Verified analytics tracking and cookie consent behaviour.</a:t>
            </a:r>
            <a:endParaRPr lang="en-US" sz="750" dirty="0"/>
          </a:p>
        </p:txBody>
      </p:sp>
      <p:sp>
        <p:nvSpPr>
          <p:cNvPr id="76" name="Shape 64"/>
          <p:cNvSpPr/>
          <p:nvPr/>
        </p:nvSpPr>
        <p:spPr>
          <a:xfrm>
            <a:off x="4626864" y="3730752"/>
            <a:ext cx="2084832" cy="12344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7" name="Shape 65"/>
          <p:cNvSpPr/>
          <p:nvPr/>
        </p:nvSpPr>
        <p:spPr>
          <a:xfrm>
            <a:off x="4626864" y="3730752"/>
            <a:ext cx="41148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8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3822192"/>
            <a:ext cx="228600" cy="228600"/>
          </a:xfrm>
          <a:prstGeom prst="rect">
            <a:avLst/>
          </a:prstGeom>
        </p:spPr>
      </p:pic>
      <p:sp>
        <p:nvSpPr>
          <p:cNvPr id="79" name="Text 66"/>
          <p:cNvSpPr/>
          <p:nvPr/>
        </p:nvSpPr>
        <p:spPr>
          <a:xfrm>
            <a:off x="5047488" y="380390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Card Builder</a:t>
            </a:r>
            <a:endParaRPr lang="en-US" sz="850" dirty="0"/>
          </a:p>
        </p:txBody>
      </p:sp>
      <p:sp>
        <p:nvSpPr>
          <p:cNvPr id="80" name="Text 67"/>
          <p:cNvSpPr/>
          <p:nvPr/>
        </p:nvSpPr>
        <p:spPr>
          <a:xfrm>
            <a:off x="4754880" y="416966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750" dirty="0"/>
          </a:p>
        </p:txBody>
      </p:sp>
      <p:sp>
        <p:nvSpPr>
          <p:cNvPr id="81" name="Shape 68"/>
          <p:cNvSpPr/>
          <p:nvPr/>
        </p:nvSpPr>
        <p:spPr>
          <a:xfrm>
            <a:off x="4754880" y="4379976"/>
            <a:ext cx="18288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69"/>
          <p:cNvSpPr/>
          <p:nvPr/>
        </p:nvSpPr>
        <p:spPr>
          <a:xfrm>
            <a:off x="4754880" y="44256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invitation creation, template rendering and email delivery. Found layout inconsistencies and image upload bugs.</a:t>
            </a:r>
            <a:endParaRPr lang="en-US" sz="750" dirty="0"/>
          </a:p>
        </p:txBody>
      </p:sp>
      <p:sp>
        <p:nvSpPr>
          <p:cNvPr id="83" name="Shape 70"/>
          <p:cNvSpPr/>
          <p:nvPr/>
        </p:nvSpPr>
        <p:spPr>
          <a:xfrm>
            <a:off x="6839712" y="3730752"/>
            <a:ext cx="2084832" cy="123444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4" name="Shape 71"/>
          <p:cNvSpPr/>
          <p:nvPr/>
        </p:nvSpPr>
        <p:spPr>
          <a:xfrm>
            <a:off x="6839712" y="3730752"/>
            <a:ext cx="41148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5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3822192"/>
            <a:ext cx="228600" cy="228600"/>
          </a:xfrm>
          <a:prstGeom prst="rect">
            <a:avLst/>
          </a:prstGeom>
        </p:spPr>
      </p:pic>
      <p:sp>
        <p:nvSpPr>
          <p:cNvPr id="86" name="Text 72"/>
          <p:cNvSpPr/>
          <p:nvPr/>
        </p:nvSpPr>
        <p:spPr>
          <a:xfrm>
            <a:off x="7260336" y="380390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Agency Website</a:t>
            </a:r>
            <a:endParaRPr lang="en-US" sz="850" dirty="0"/>
          </a:p>
        </p:txBody>
      </p:sp>
      <p:sp>
        <p:nvSpPr>
          <p:cNvPr id="87" name="Text 73"/>
          <p:cNvSpPr/>
          <p:nvPr/>
        </p:nvSpPr>
        <p:spPr>
          <a:xfrm>
            <a:off x="6967728" y="416966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Corporate</a:t>
            </a:r>
            <a:endParaRPr lang="en-US" sz="750" dirty="0"/>
          </a:p>
        </p:txBody>
      </p:sp>
      <p:sp>
        <p:nvSpPr>
          <p:cNvPr id="88" name="Shape 74"/>
          <p:cNvSpPr/>
          <p:nvPr/>
        </p:nvSpPr>
        <p:spPr>
          <a:xfrm>
            <a:off x="6967728" y="4379976"/>
            <a:ext cx="18288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75"/>
          <p:cNvSpPr/>
          <p:nvPr/>
        </p:nvSpPr>
        <p:spPr>
          <a:xfrm>
            <a:off x="6967728" y="44256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of multilingual pages and CTAs. Identified 15+ UI/UX issues in animations and interactive elements.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Bug Report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201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Digital Content Platform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11480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1148" cy="4114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96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"Buy" Button Does Not Respond on Data Entry Page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8229600" cy="13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Content Platform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1938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/ Purchase Flow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938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— Desktop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0" y="1938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212848"/>
            <a:ext cx="8229600" cy="13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359152"/>
            <a:ext cx="4133088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359152"/>
            <a:ext cx="4133088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" y="27249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Navigate to the story purchase page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Fill in all required data fields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the "Buy" button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359152"/>
            <a:ext cx="4133088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59152"/>
            <a:ext cx="4133088" cy="36576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6" name="Text 24"/>
          <p:cNvSpPr/>
          <p:nvPr/>
        </p:nvSpPr>
        <p:spPr>
          <a:xfrm>
            <a:off x="4882896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82896" y="27249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purchase flow proceeds to the payment / confirmation screen after clicking "Buy"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4133088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566160"/>
            <a:ext cx="4133088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" y="3657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5216" y="39319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"Buy" button does not respond. No action, no error message shown. Transaction cannot be completed.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566160"/>
            <a:ext cx="4133088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566160"/>
            <a:ext cx="4133088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4882896" y="3657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82896" y="39319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blocker — users cannot complete any purchase. Direct revenue loss and broken core user flow.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Jira  ·  Reproduced with screenshots  ·  Clear steps, actual vs expected documented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Bug Report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201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Student-Focused Mobile App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11480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1148" cy="4114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96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"Allow Message" Privacy Setting Ignored — Messages Still Received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8229600" cy="13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Mobile App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1938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Settings / Messaging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938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— Physical Device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0" y="1938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212848"/>
            <a:ext cx="8229600" cy="13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359152"/>
            <a:ext cx="4133088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359152"/>
            <a:ext cx="4133088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" y="27249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Privacy Settings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Toggle OFF "Allow Message"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Save the setting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Ask another user to send a message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359152"/>
            <a:ext cx="4133088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59152"/>
            <a:ext cx="4133088" cy="36576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6" name="Text 24"/>
          <p:cNvSpPr/>
          <p:nvPr/>
        </p:nvSpPr>
        <p:spPr>
          <a:xfrm>
            <a:off x="4882896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82896" y="27249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"Allow Message" is OFF, no messages should be received from other users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4133088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566160"/>
            <a:ext cx="4133088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" y="3657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5216" y="39319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still received despite the privacy setting being disabled. The privacy control has no effect.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566160"/>
            <a:ext cx="4133088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566160"/>
            <a:ext cx="4133088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4882896" y="3657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82896" y="39319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violation. Users cannot control incoming messages. Breaks user trust and platform compliance.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Jira  ·  Verified on physical Android device  ·  Linked to privacy &amp; security risk category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Bug Report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201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Multi-Modal Platform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11480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1148" cy="4114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96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8961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Returns Incorrect Output on Second Consecutive Prompt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8229600" cy="13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Multi-Modal Platform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1938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938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— Web App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0" y="1938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212848"/>
            <a:ext cx="8229600" cy="13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359152"/>
            <a:ext cx="4133088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359152"/>
            <a:ext cx="4133088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" y="27249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the Image Generation module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Enter a prompt and generate an image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Without refreshing, enter a different second prompt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 Generate again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359152"/>
            <a:ext cx="4133088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59152"/>
            <a:ext cx="4133088" cy="36576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6" name="Text 24"/>
          <p:cNvSpPr/>
          <p:nvPr/>
        </p:nvSpPr>
        <p:spPr>
          <a:xfrm>
            <a:off x="4882896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82896" y="27249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image is generated based on the second prompt, fully independent of the first generation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4133088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566160"/>
            <a:ext cx="4133088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" y="3657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5216" y="39319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returns the same image from the first prompt, or generates a mixed result combining both prompts incorrectly.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566160"/>
            <a:ext cx="4133088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566160"/>
            <a:ext cx="4133088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4882896" y="3657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82896" y="39319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 is unreliable. Users cannot trust output. Repeated prompts produce inconsistent results. Core feature broken.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Jira  ·  Reproduced with video recording  ·  Consistent across multiple sessions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Impact &amp;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8138160" cy="16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68680"/>
            <a:ext cx="2788920" cy="118872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41148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9784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84632" y="154533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relevance &amp; ranking consistency (AI Recruiting System)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788920" cy="118872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68680"/>
            <a:ext cx="41148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9784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10712" y="154533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Language-related defects reduced (Logistics Platform)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868680"/>
            <a:ext cx="2788920" cy="118872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868680"/>
            <a:ext cx="41148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36792" y="9784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36792" y="154533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consistency improved across multiple projects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167128"/>
            <a:ext cx="2788920" cy="118872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67128"/>
            <a:ext cx="41148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22768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84632" y="2843784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coverage rate on critical flows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2167128"/>
            <a:ext cx="2788920" cy="118872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167128"/>
            <a:ext cx="41148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3410712" y="22768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410712" y="2843784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stability across browsers &amp; devices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2167128"/>
            <a:ext cx="2788920" cy="118872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167128"/>
            <a:ext cx="41148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6336792" y="22768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336792" y="2843784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consistency &amp; workflow reliability improved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2336" y="3465576"/>
            <a:ext cx="8503920" cy="1325880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02336" y="341985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Distribution by Type: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" y="3813048"/>
            <a:ext cx="1325880" cy="6583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" y="3785616"/>
            <a:ext cx="13258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" y="354787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43982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30552" y="4096512"/>
            <a:ext cx="1325880" cy="274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6" name="Shape 34"/>
          <p:cNvSpPr/>
          <p:nvPr/>
        </p:nvSpPr>
        <p:spPr>
          <a:xfrm>
            <a:off x="2130552" y="4096512"/>
            <a:ext cx="13258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2130552" y="38587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130552" y="43982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758184" y="4151376"/>
            <a:ext cx="1325880" cy="21945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0" name="Shape 38"/>
          <p:cNvSpPr/>
          <p:nvPr/>
        </p:nvSpPr>
        <p:spPr>
          <a:xfrm>
            <a:off x="3758184" y="4151376"/>
            <a:ext cx="13258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3758184" y="39136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758184" y="43982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85816" y="4206240"/>
            <a:ext cx="1325880" cy="16459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4" name="Shape 42"/>
          <p:cNvSpPr/>
          <p:nvPr/>
        </p:nvSpPr>
        <p:spPr>
          <a:xfrm>
            <a:off x="5385816" y="4206240"/>
            <a:ext cx="13258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5385816" y="396849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85816" y="43982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013448" y="4261104"/>
            <a:ext cx="1325880" cy="10972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8" name="Shape 46"/>
          <p:cNvSpPr/>
          <p:nvPr/>
        </p:nvSpPr>
        <p:spPr>
          <a:xfrm>
            <a:off x="7013448" y="4261104"/>
            <a:ext cx="13258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7013448" y="40233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013448" y="43982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Work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8138160" cy="16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88920" cy="89611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41148" cy="8961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207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Management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153619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ClickUp  ·  Google Sheets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115568"/>
            <a:ext cx="2788920" cy="89611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15568"/>
            <a:ext cx="41148" cy="8961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1207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Dev Tools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10712" y="153619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·  Chrome DevTools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115568"/>
            <a:ext cx="2788920" cy="89611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115568"/>
            <a:ext cx="41148" cy="8961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36792" y="1207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Testing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36792" y="153619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Devices  ·  TestFlight  ·  iOS Simulator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121408"/>
            <a:ext cx="2788920" cy="89611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121408"/>
            <a:ext cx="41148" cy="8961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" y="2212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SEO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" y="254203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 ·  GTM  ·  WordPress SEO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2121408"/>
            <a:ext cx="2788920" cy="89611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2121408"/>
            <a:ext cx="41148" cy="8961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3410712" y="2212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10712" y="254203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 ·  Firefox  ·  Safari  ·  Edge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2121408"/>
            <a:ext cx="2788920" cy="89611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2121408"/>
            <a:ext cx="41148" cy="8961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336792" y="2212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36792" y="254203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Tickets  ·  Structured Templates  ·  Test Reports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3218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APPROACH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463775"/>
            <a:ext cx="8503920" cy="126187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E" dirty="0"/>
          </a:p>
        </p:txBody>
      </p:sp>
      <p:sp>
        <p:nvSpPr>
          <p:cNvPr id="32" name="Text 30"/>
          <p:cNvSpPr/>
          <p:nvPr/>
        </p:nvSpPr>
        <p:spPr>
          <a:xfrm>
            <a:off x="50292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43946" y="3980803"/>
            <a:ext cx="1463040" cy="16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40050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requirements &amp; define test scope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96312" y="3767328"/>
            <a:ext cx="274320" cy="16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60604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2834640" y="3987697"/>
            <a:ext cx="1463040" cy="16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2606040" y="40050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test cases and exploratory checklists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99432" y="3767328"/>
            <a:ext cx="274320" cy="16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4937760" y="3986781"/>
            <a:ext cx="1463040" cy="16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40050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tests, document bugs with clear steps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02552" y="3767328"/>
            <a:ext cx="274320" cy="16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81228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7086600" y="3995010"/>
            <a:ext cx="1463040" cy="16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812280" y="40050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 fixes &amp; run regression cycles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QA roles  ·  Freelance  ·  Internship opportunities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755648"/>
            <a:ext cx="6400800" cy="16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874520"/>
            <a:ext cx="1572768" cy="107899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874520"/>
            <a:ext cx="41148" cy="10789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481328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63040" y="2249424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 Imerlishvili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63240" y="1874520"/>
            <a:ext cx="1572768" cy="107899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63240" y="1874520"/>
            <a:ext cx="41148" cy="10789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172968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54680" y="2249424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Engineer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874520"/>
            <a:ext cx="1572768" cy="107899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874520"/>
            <a:ext cx="41148" cy="10789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2249424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lilimerlishvili@gmail.com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46520" y="1874520"/>
            <a:ext cx="1572768" cy="1078992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1874520"/>
            <a:ext cx="41148" cy="10789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56248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37960" y="2249424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linkedin.com/in/lili-imerlishvili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154680"/>
            <a:ext cx="7315200" cy="1572768"/>
          </a:xfrm>
          <a:prstGeom prst="rect">
            <a:avLst/>
          </a:prstGeom>
          <a:solidFill>
            <a:srgbClr val="EDF2F7"/>
          </a:solidFill>
          <a:ln/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3154680"/>
            <a:ext cx="41148" cy="15727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327355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 is not an act, it is a habit."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0" y="3749040"/>
            <a:ext cx="2743200" cy="13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3822192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 projects  ·  2000+ test cases  ·  500+ bug reports  ·  8+ testing types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experience across Web, Mobile, AI, SaaS, E-commerce &amp; more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1470</Words>
  <Application>Microsoft Macintosh PowerPoint</Application>
  <PresentationFormat>On-screen Show (16:9)</PresentationFormat>
  <Paragraphs>249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Portfolio – Lili Imerlishvili</dc:title>
  <dc:subject>PptxGenJS Presentation</dc:subject>
  <dc:creator>PptxGenJS</dc:creator>
  <cp:lastModifiedBy>gio epita</cp:lastModifiedBy>
  <cp:revision>5</cp:revision>
  <dcterms:created xsi:type="dcterms:W3CDTF">2026-05-27T12:35:24Z</dcterms:created>
  <dcterms:modified xsi:type="dcterms:W3CDTF">2026-05-27T12:55:16Z</dcterms:modified>
</cp:coreProperties>
</file>