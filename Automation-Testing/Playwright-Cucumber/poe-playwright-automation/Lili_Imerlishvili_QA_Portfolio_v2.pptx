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Lili Imerlishvili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56032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Impact 2025  ·  GenofIT  ·  Oct 2025 – Present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032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33472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Written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18304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Filed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11696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1696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03136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 Used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291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SaaS  ·  AI Platform  ·  E-commerce  ·  Logistics  ·  LMS  ·  Social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3630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Postman  ·  Chrome DevTools  ·  Android Testing  ·  TestFlight  ·  GA4  ·  GTM  ·  ClickUp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4023360" cy="34747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Playwright + Cucumber BDD  ·  TypeScript  ·  GitHub Actions CI/CD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  ·  lilimerlishvili@gmail.com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Expertise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applied across all projects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5272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flows, business logic, data consistency across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11556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125272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22192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unscripted discovery of edge cases and unexpected behaviour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115568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5624" y="1252728"/>
            <a:ext cx="38404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applied fixes do not break existing stable functionality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2432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276148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— physical devices, TestFlight and simulators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262432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276148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2219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64992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 and Edge compatibility and layout consistency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98464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98464" y="2624328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135624" y="2761488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135624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92824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35624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Postman-based request validation, response checks and backend integration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applied: UI/UX Testing  ·  Smoke Testing  ·  Localization Testing  ·  Usability Testing  ·  Security Basics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Portfolio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real-world client projects across 19 QA documentation categories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42032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11696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11696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writing, collaboration flows, content inconsistencies &amp; AI output bugs.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AI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64992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Chat, AI Search and Admin Panel. Search accuracy, data mismatches, form bugs.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98464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8464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Children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35624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browsing, games and purchase flows. Checkout blocker, gameplay freeze bugs.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creation, document management. Data inconsistencies, regression bugs.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27832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64992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64992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364992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flows and provider data. Data inconsistencies, validation and UI/UX gaps.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98464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98464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6135624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35624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35624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35624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checkout, transaction flows. Screen transition and payment status bugs.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Android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settings, navigation, media upload. Critical privacy setting bypass found.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27832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27832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3364992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Platform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64992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64992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3364992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calculation, timer behaviour, progress tracking. Input and layout bugs.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98464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98464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6135624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App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35624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35624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135624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features, navigation, content display. Screen and form validation gaps.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anonymized. Real credentials, client names and proprietary data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platforms tested through collaborative and freelance engagements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179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Multi-Modal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4356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9105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63677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generation, voice and text AI tools. Prompt handling, output quality, AI response bugs.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85416" y="111556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5416" y="111556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295144" y="1179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Platform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95144" y="14356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95144" y="159105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295144" y="163677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creation, targeting settings and reporting. Data sync and validation bugs.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13632" y="111556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13632" y="111556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1179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Nish Platform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14356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159105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163677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filters, cart, checkout and order flows. UI and functional regression bugs.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41848" y="111556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41848" y="111556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751576" y="1179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Platform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51576" y="14356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51576" y="159105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751576" y="163677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tracking, status updates, dashboard data. Timezone and data accuracy issues.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70064" y="111556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0064" y="111556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7479792" y="1179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Mindfulness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79792" y="14356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79792" y="159105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479792" y="163677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flows, subscription handling and content access. Navigation and auth bugs.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216712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16712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2231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Platform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248716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" y="264261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26883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search, map filters, contact flows. Filter accuracy and UI bugs found.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185416" y="216712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85416" y="216712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3" name="Text 41"/>
          <p:cNvSpPr/>
          <p:nvPr/>
        </p:nvSpPr>
        <p:spPr>
          <a:xfrm>
            <a:off x="2295144" y="2231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Platform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95144" y="248716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Social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95144" y="264261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295144" y="26883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profile, messaging and notification flows. Privacy and permission edge cases.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913632" y="216712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13632" y="216712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9" name="Text 47"/>
          <p:cNvSpPr/>
          <p:nvPr/>
        </p:nvSpPr>
        <p:spPr>
          <a:xfrm>
            <a:off x="4023360" y="2231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Kitchenware &amp; Home E-comm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023360" y="248716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23360" y="264261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023360" y="26883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catalog, cart and checkout. Image loading, pricing display and form bugs.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41848" y="216712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41848" y="216712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5" name="Text 53"/>
          <p:cNvSpPr/>
          <p:nvPr/>
        </p:nvSpPr>
        <p:spPr>
          <a:xfrm>
            <a:off x="5751576" y="2231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Card Builder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51576" y="248716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51576" y="264261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751576" y="26883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editor, text/image customization and download flows. Export quality bugs.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70064" y="2167128"/>
            <a:ext cx="1618488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0064" y="2167128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1" name="Text 59"/>
          <p:cNvSpPr/>
          <p:nvPr/>
        </p:nvSpPr>
        <p:spPr>
          <a:xfrm>
            <a:off x="7479792" y="2231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Agency Website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479792" y="248716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Agency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79792" y="2642616"/>
            <a:ext cx="1417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7479792" y="26883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page, contact form and CTA flows. Responsive layout and link issues.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27+ projects  ·  All anonymized  ·  Real testing work across Web, Mobile, AI &amp; SaaS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164592"/>
            <a:ext cx="210312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201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"Buy" Button Does Not Respond on Data Entry Page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Purchase 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Desktop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Navigate to the story purchase page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in all required data fields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the "Buy" 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flow proceeds to the payment / confirmation screen after clicking "Buy"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"Buy" button does not respond. No action, no error message shown. Transaction cannot be completed.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blocker — users cannot complete any purchase. Direct revenue loss and broken core user flow.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Reproduced with screenshots  ·  Clear steps, actual vs expected documented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"/>
            <a:ext cx="219456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6537960" y="201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Message" Privacy Setting Ignored — Messages Still Received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 / Messaging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Physical Device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Privacy Settings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Toggle "Allow Message" to OFF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Ask another user to send a message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"Allow Message" is OFF, no messages should be received from other users.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still received despite the privacy setting being disabled. The privacy control has no effect.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violation. Users cannot control incoming messages. Broke user trust and platform consistency.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Privacy-critical defect  ·  Reproduced on multiple devices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Automation — Playwright + Cucumber BDD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Page Object Model  ·  GitHub Actions CI/CD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64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64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93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(Chromium)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23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+ Gherkin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53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383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 ·  E2E  · 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428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UI Automation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115568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115568"/>
            <a:ext cx="54864" cy="16642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Coverage (25 scenarios)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Page load, URL &amp; title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Email field: empty, invalid, whitespace, long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screen: 6-input boxes, accept/reject digits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validation: incomplete, wrong,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login happy path  ·  Logout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9864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89864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Coverage (35+ scenarios)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364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Header navigation links &amp; dropdown menus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02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Tools sub-menus (Image, Video, Text)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840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Hero section: headings, CTA, feature cards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0782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Extension buttons &amp; redirect validation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315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Tabs, value cards, gallery, footer columns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  ·  Automation-Testing/Playwright-Cucumber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Postman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73736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0" y="2011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REST  ·  Swagger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request validation · Schema checks · Backend integration testing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Areas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token refresh, session expiry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093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093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PUT / DELETE on key resources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23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523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Empty, invalid, boundary, and special-char inputs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 401, 403, 404, 422, 500 — message &amp; format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383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names, types, required fields, null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between API responses and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242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242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environments via Postman variables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11556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11556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Validate in Every Request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Status code matches expected value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body schema is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Required fields are present and typed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Error messages are clear and accurate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time is within acceptable range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Behaviour matches UI-level flow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017520"/>
            <a:ext cx="54864" cy="16642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 Types Found via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Missing validation on required fields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Wrong HTTP status returned on errors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returned not matching UI display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 not invalidated after logout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Inconsistent null vs empty string handling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tests documented with request · response · expected vs actual · environment details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Impact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&amp; ranking consistency (AI Recruiting System)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1115568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9272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Language-related defects reduced (Logistics Platform)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07024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115568"/>
            <a:ext cx="54864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44184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44184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consistency improved across multiple projects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4144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 rate on critical 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441448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19272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stability across browsers &amp; devices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07024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2441448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044184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44184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consistency &amp; workflow reliability improved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Distribution by Type: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09728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75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4305300"/>
            <a:ext cx="1097280" cy="2667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40492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358640"/>
            <a:ext cx="1097280" cy="213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102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411980"/>
            <a:ext cx="1097280" cy="1600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41559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4465320"/>
            <a:ext cx="1097280" cy="1066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4209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measured across 27+ projects  ·  Real-world QA impact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Work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ClickUp  ·  Google Sheets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1188720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Dev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Chrome DevTools  ·  Swagger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25312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1188720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062472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472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 ·  TestFlight  ·  iOS/Safari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810512"/>
            <a:ext cx="45720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SEO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 ·  GTM  ·  Metricool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91256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1810512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328416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·  Firefox  ·  Safari  ·  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1810512"/>
            <a:ext cx="457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062472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62472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 ·  ScreenPal  ·  Loom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432304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·  Cucumber  ·  TypeScript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91256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1256" y="2432304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3328416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8416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 ·  Notion  ·  Google Docs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25312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25312" y="2432304"/>
            <a:ext cx="45720" cy="530352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472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62472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  ·  GitHub Actions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081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APPROACH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282696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94360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requirements,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 and user flows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24328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328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2761488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761488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 cases,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and scenarios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91456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1456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4928616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928616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and log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with full context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58584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7095744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095744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Retest, document results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maintain traceability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Quality-first approach  ·  Risk-based testing  ·  Clear documentation at every stage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14447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QA roles  ·  Freelance  ·  Internship opportunities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 Imerlishvili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82296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07792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is not an act, it is a habit."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0" y="3547872"/>
            <a:ext cx="27432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projects  ·  2000+ test cases  ·  800+ bug reports  ·  8+ testing types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 across Web, Mobile, AI, SaaS, E-commerce &amp; more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315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  ·  linkedin.com/in/lili-imerlishvili  ·  github.com/LiliImerlishvili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2026-07-20T09:32:09Z</dcterms:created>
  <dcterms:modified xsi:type="dcterms:W3CDTF">2026-07-20T09:32:09Z</dcterms:modified>
</cp:coreProperties>
</file>