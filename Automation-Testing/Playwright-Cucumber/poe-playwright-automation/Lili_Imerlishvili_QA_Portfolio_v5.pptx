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Lili Imerlishvili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56032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1078992"/>
            <a:ext cx="1371600" cy="34747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3218688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incl. QA 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GetBot.AI  ·  GenofIT  ·  Pik.ge  ·  Oct 2024 – Present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42032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679192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633472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Written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18304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Filed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11696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11696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03136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Used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3291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SaaS  ·  AI Platform  ·  E-commerce  ·  Logistics  ·  LMS  ·  Social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8308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Postman  ·  Chrome DevTools  ·  Android Testing  ·  TestFlight  ·  GA4  ·  GTM  ·  ClickUp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4663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325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Playwright + Cucumber BDD  ·  TypeScript  ·  GitHub Actions CI/CD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  ·  lilimerlishvili@gmail.com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Expertise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applied across all projects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5272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flows, business logic, data consistency across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11556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125272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unscripted discovery of edge cases and unexpected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115568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5624" y="1252728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applied fixes do not break existing stable functionality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2432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276148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physical devices, TestFlight and simulators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262432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76148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2219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and Edge compatibility and layout consistency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98464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98464" y="2624328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5624" y="2761488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35624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92824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35624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Postman-based request validation, response checks and backend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UI/UX Testing  ·  Smoke Testing  ·  Localization Testing  ·  Usability Testing  ·  Security Basics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Portfolio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real-world client projects across web, mobile, AI and enterprise platforms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1696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11696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Workspace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 · 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writing, document editing, workspace nav, research &amp; notes. Content saving &amp; AI flow bugs.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 ·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64992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Chat, AI Search, Admin Panel. Search accuracy, frontend–backend data consistency, validation bugs.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98464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8464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Children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35624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browsing, interactive games, purchase &amp; content access. Critical checkout blocker found.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creation, contract management, form validation. Data inconsistencies &amp; regression bugs.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64992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64992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364992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booking platform. Service browsing, request flows, provider data, form validation gaps.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98464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98464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135624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35624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35624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35624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checkout, transaction flows. Screen transition &amp; payment status display bugs.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UI, forms, privacy settings. Critical privacy bypass — messages received despite OFF.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7832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3364992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Platform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64992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3364992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calculation, timer behavior, progress tracking. Input field and layout bugs reported.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98464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98464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6135624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App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35624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35624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135624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Self-discovery &amp; mindfulness features, lifestyle flows, navigation, content display issues.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anonymized. Real credentials, client names and proprietary data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Project Portfolio — All 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QA testing across AI platforms, web products, mobile apps and enterprise systems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&amp; INTELLIGENT PLATFORMS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Recruiting System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Multi-Modal Platform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Writing Workspace Platform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27889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4460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&amp; ENTERPRISE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7066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27066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Transportation Platform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123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9489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9489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Mindfulness LMS Platform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546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31912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1912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Command Center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3969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4335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34335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and Construction Platform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6758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" y="36758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1024128"/>
            <a:ext cx="278892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&amp; DIGITAL PLATFORMS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3649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18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Platform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3649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118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Marketplace Platform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3649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118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Hair Styling Brand Website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33649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118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Advertising &amp; Voucher Platform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9184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36499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1188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9184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36499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1188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Card Builder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9184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36499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1188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Agency Website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91840" y="2994660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3364992" y="303123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611880" y="303123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Platform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91840" y="3236976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364992" y="327355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11880" y="327355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 &amp; Home Organization Platform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91840" y="3479292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Text 64"/>
          <p:cNvSpPr/>
          <p:nvPr/>
        </p:nvSpPr>
        <p:spPr>
          <a:xfrm>
            <a:off x="3364992" y="351586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11880" y="351586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91840" y="372160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364992" y="375818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1880" y="375818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Review &amp; Community Feedback Platform ★ QA Lead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26480" y="1024128"/>
            <a:ext cx="2788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623620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APPLICATIONS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19963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4652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– Social Platform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12648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619963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4652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Social Discovery Platform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2648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19963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44652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Application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Text 81"/>
          <p:cNvSpPr/>
          <p:nvPr/>
        </p:nvSpPr>
        <p:spPr>
          <a:xfrm>
            <a:off x="619963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44652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Android Mobile Application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2648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19963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44652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Reservation System (Web + Mobile)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2648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87"/>
          <p:cNvSpPr/>
          <p:nvPr/>
        </p:nvSpPr>
        <p:spPr>
          <a:xfrm>
            <a:off x="619963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44652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Mobile Application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12648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619963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44652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Mobile Application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projects total  ·  Web · Mobile · AI · SaaS · E-commerce · LMS · Logistics · Social · Recruiting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164592"/>
            <a:ext cx="210312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201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"Buy" Button Does Not Respond on Data Entry Page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Purchase 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Desktop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the story purchase page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all required data fields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"Buy" 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flow proceeds to the payment / confirmation screen after clicking "Buy"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"Buy" button does not respond. No action, no error message shown. Transaction cannot be completed.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— users cannot complete any purchase. Direct revenue loss and broken core user flow.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screenshots  ·  Clear steps, actual vs expected documented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219456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0" y="201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Message" Privacy Setting Ignored — Messages Still Received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/ Messaging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Physical Device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Privacy Settings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Toggle "Allow Message" to 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 another user to send a message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"Allow Message" is OFF, no messages should be received from other users.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still received despite the privacy setting being disabled. The privacy control has no effect.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violation. Users cannot control incoming messages. Broke user trust and platform consistency.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Privacy-critical defect  ·  Reproduced on multiple devices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— Playwright + Cucumber BDD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Page Object Model  ·  GitHub Actions CI/CD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64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64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(Chromium)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23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Gherkin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53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383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·  E2E  · 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42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UI Automation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115568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15568"/>
            <a:ext cx="54864" cy="1664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Coverage (25 scenarios)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Page load, URL &amp; title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field: empty, invalid, whitespace, long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screen: 6-input boxes, accept/reject digits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validation: incomplete, wrong,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login happy path  ·  Logout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9864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89864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Coverage (35+ scenarios)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364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Header navigation links &amp; dropdown menus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Tools sub-menus (Image, Video, Text)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Hero section: headings, CTA, feature cards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78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Extension buttons &amp; redirect validation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315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Tabs, value cards, gallery, footer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  ·  Automation-Testing/Playwright-Cucumber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73736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2011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REST  ·  Swagger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request validation · Schema checks · Backend integration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token refresh, session expiry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093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093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 on key 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invalid, boundary, and special-char inputs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401, 403, 404, 422, 500 — message &amp; format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383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types, required fields, null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between API responses and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242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242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environments via Postman variables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1556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Validate in Every Request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Status code matches expected value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body schema is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Required fields are present and typed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Error messages are clear and accurate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time is within acceptable range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Behaviour matches UI-level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017520"/>
            <a:ext cx="54864" cy="1664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 Types Found via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Missing validation on required fields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Wrong HTTP status returned on errors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returned not matching UI display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 not invalidated after logout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Inconsistent null vs empty string handling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tests documented with request · response · expected vs actual · environment details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Impact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&amp; ranking consistency (AI Recruiting System)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115568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defects reduced (Logistics Platform)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07024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115568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4418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consistency improved across multiple projects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 rate on critical 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441448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19272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stability across browsers &amp; devices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07024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441448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044184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44184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consistency &amp; workflow reliability improved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Distribution by Type: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4305300"/>
            <a:ext cx="1097280" cy="2667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0492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358640"/>
            <a:ext cx="1097280" cy="213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102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411980"/>
            <a:ext cx="1097280" cy="1600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1559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4465320"/>
            <a:ext cx="1097280" cy="1066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4209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measured across 27+ projects  ·  2,500+ test cases  ·  800+ bug reports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Tracking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Qase  ·  TestRail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1188720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Dev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Chrome DevTools  ·  Swagger/OpenAPI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25312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188720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472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 ·  TestFlight  ·  iOS/Safari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810512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(SELECT · JOIN · WHERE · INSERT)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91256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810512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28416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·  Firefox  ·  Safari  · 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1810512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472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62472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 ·  ScreenPal  ·  Loom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432304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JS/TS  ·  Cucumber  ·  GitHub Actions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91256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1256" y="2432304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328416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 ·  Checklists  ·  Knowledge Base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25312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5312" y="2432304"/>
            <a:ext cx="45720" cy="530352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62472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081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APPROACH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282696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94360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requirements,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and user flows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24328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328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2761488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761488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 cases,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scenarios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91456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492861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928616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and 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with full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095744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095744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Retest, document results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maintain traceability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Quality-first approach  ·  Risk-based testing  ·  Clear documentation at every stage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444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QA roles  ·  Freelance  ·  Internship opportunities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82296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07792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is not an act, it is a habit."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3547872"/>
            <a:ext cx="27432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projects  ·  2,500+ test cases  ·  800+ bug reports  ·  8+ testing types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 across Web, Mobile, AI, SaaS, E-commerce &amp; more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  ·  linkedin.com/in/lili-imerlishvili  ·  github.com/LiliImerlishvili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2026-07-20T09:55:57Z</dcterms:created>
  <dcterms:modified xsi:type="dcterms:W3CDTF">2026-07-20T09:55:57Z</dcterms:modified>
</cp:coreProperties>
</file>