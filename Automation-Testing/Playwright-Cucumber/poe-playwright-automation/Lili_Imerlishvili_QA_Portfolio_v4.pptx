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Lili Imerlishvili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560320" cy="347472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GetBot.AI  ·  GenofIT  ·  Pik.ge  ·  Oct 2024 – Present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032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79192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33472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Written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764024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18304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 Filed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11696" y="1920240"/>
            <a:ext cx="19202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11696" y="1920240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48856" y="2011680"/>
            <a:ext cx="17373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260969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Types Used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2918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Mobile  ·  SaaS  ·  AI Platform  ·  E-commerce  ·  Logistics  ·  LMS  ·  Social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8308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Postman  ·  Chrome DevTools  ·  Android Testing  ·  TestFlight  ·  GA4  ·  GTM  ·  ClickUp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05072"/>
            <a:ext cx="4663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325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Playwright + Cucumber BDD  ·  TypeScript  ·  GitHub Actions CI/CD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  ·  lilimerlishvili@gmail.com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Expertise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testing applied across all projects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25272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flows, business logic, data consistency across modules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11556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125272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22192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Creative, unscripted discovery of edge cases and unexpected behaviour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11556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115568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135624" y="1252728"/>
            <a:ext cx="38404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135624" y="127101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2824" y="1280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166420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applied fixes do not break existing stable functionality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24328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" y="2761488"/>
            <a:ext cx="38404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— physical devices, TestFlight and simulators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27832" y="2624328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761488"/>
            <a:ext cx="384048" cy="38404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22192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64992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and Edge compatibility and layout consistency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624328"/>
            <a:ext cx="26517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98464" y="2624328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35624" y="2761488"/>
            <a:ext cx="38404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135624" y="27797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92824" y="27889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35624" y="3172968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Postman-based request validation, response checks and backend integration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applied: UI/UX Testing  ·  Smoke Testing  ·  Localization Testing  ·  Usability Testing  ·  Security Basics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Portfolio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real-world client projects across web, mobile, AI and enterprise platforms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11696" y="1078992"/>
            <a:ext cx="192024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1155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11696" y="14630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writing, collaboration flows, content inconsistencies &amp; AI output bugs.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27832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364992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AI Platform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64992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Chat, AI Search and Admin Panel. Search accuracy, data mismatches, form bugs.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98464" y="1920240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8464" y="1920240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135624" y="19933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Children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35624" y="2395728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135624" y="24505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browsing, games and purchase flows. Checkout blocker, gameplay freeze bugs.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SaaS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creation, document management. Data inconsistencies, regression bugs.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27832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3364992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64992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B2C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64992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3364992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flows and provider data. Data inconsistencies, validation and UI/UX gaps.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98464" y="2962656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98464" y="2962656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30358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35624" y="32644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35624" y="3438144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Text 50"/>
          <p:cNvSpPr/>
          <p:nvPr/>
        </p:nvSpPr>
        <p:spPr>
          <a:xfrm>
            <a:off x="6135624" y="34930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checkout, transaction flows. Screen transition and payment status bugs.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94360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Android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settings, navigation, media upload. Critical privacy setting bypass found.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27832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27832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Text 59"/>
          <p:cNvSpPr/>
          <p:nvPr/>
        </p:nvSpPr>
        <p:spPr>
          <a:xfrm>
            <a:off x="3364992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Platform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364992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Text 62"/>
          <p:cNvSpPr/>
          <p:nvPr/>
        </p:nvSpPr>
        <p:spPr>
          <a:xfrm>
            <a:off x="3364992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calculation, timer behaviour, progress tracking. Input and layout bugs.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98464" y="4005072"/>
            <a:ext cx="26517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98464" y="4005072"/>
            <a:ext cx="54864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7" name="Text 65"/>
          <p:cNvSpPr/>
          <p:nvPr/>
        </p:nvSpPr>
        <p:spPr>
          <a:xfrm>
            <a:off x="6135624" y="407822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App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135624" y="43068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iOS/Android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35624" y="4480560"/>
            <a:ext cx="237744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8"/>
          <p:cNvSpPr/>
          <p:nvPr/>
        </p:nvSpPr>
        <p:spPr>
          <a:xfrm>
            <a:off x="6135624" y="4535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features, navigation, content display. Screen and form validation gaps.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2" name="Text 70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 anonymized. Real credentials, client names and proprietary data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Portfolio — All 27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QA testing across AI platforms, web products, mobile apps and enterprise systems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&amp; INTELLIGENT PLATFORMS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Recruiting System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E-commerce Platform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Multi-Modal Platform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Writing Workspace Platform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27889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4460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BUSINESS &amp; ENTERPRISE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7066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27066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Transportation Platform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9123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9489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" y="29489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Mindfulness LMS Platform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546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31912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0080" y="31912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Engineering Command Center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3969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4335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0080" y="34335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and Construction Platform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6758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" y="36758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Marketplace Platform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91840" y="1024128"/>
            <a:ext cx="2788920" cy="2743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340156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 &amp; DIGITAL PLATFORMS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36499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1188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Web Platform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9184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336499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1188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Marketplace Platform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9184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36499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1188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Hair Styling Brand Website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9184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336499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1188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Advertising &amp; Voucher Platform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9184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36499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1188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9184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36499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1188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Card Builder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9184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336499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61188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Agency Website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91840" y="2994660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3364992" y="303123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611880" y="303123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Platform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91840" y="3236976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364992" y="327355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3611880" y="327355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Kitchenware &amp; Home Organization Platform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91840" y="3479292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6" name="Text 64"/>
          <p:cNvSpPr/>
          <p:nvPr/>
        </p:nvSpPr>
        <p:spPr>
          <a:xfrm>
            <a:off x="3364992" y="351586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611880" y="351586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Document Platform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291840" y="372160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3364992" y="375818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3611880" y="375818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Review &amp; Community Feedback Platform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0" y="1024128"/>
            <a:ext cx="2788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6236208" y="10744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MOBILE APPLICATIONS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1298448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199632" y="133502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6446520" y="133502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– Social Platform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26480" y="1540764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6199632" y="157734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446520" y="157734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Social Discovery Platform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26480" y="1783080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99632" y="1819656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446520" y="1819656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Activity Mobile Application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2025396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3" name="Text 81"/>
          <p:cNvSpPr/>
          <p:nvPr/>
        </p:nvSpPr>
        <p:spPr>
          <a:xfrm>
            <a:off x="6199632" y="2061972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446520" y="2061972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Android Mobile Application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126480" y="2267712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199632" y="2304288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6446520" y="2304288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Reservation Mobile Application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6126480" y="2510028"/>
            <a:ext cx="2788920" cy="24231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9" name="Text 87"/>
          <p:cNvSpPr/>
          <p:nvPr/>
        </p:nvSpPr>
        <p:spPr>
          <a:xfrm>
            <a:off x="6199632" y="2546604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446520" y="2546604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Practice Mobile Application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126480" y="2752344"/>
            <a:ext cx="2788920" cy="2423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6199632" y="2788920"/>
            <a:ext cx="25603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6446520" y="2788920"/>
            <a:ext cx="2404872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&amp; Mindfulness Mobile Application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projects total  ·  Web · Mobile · AI · SaaS · E-commerce · LMS · Logistics · Social · Recruiting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164592"/>
            <a:ext cx="210312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2011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Digital Content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"Buy" Button Does Not Respond on Data Entry Page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/ Purchase Flow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Desktop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Navigate to the story purchase page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in all required data fields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"Buy" 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purchase flow proceeds to the payment / confirmation screen after clicking "Buy"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"Buy" button does not respond. No action, no error message shown. Transaction cannot be completed.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blocker — users cannot complete any purchase. Direct revenue loss and broken core user flow.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Reproduced with screenshots  ·  Clear steps, actual vs expected documented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Bug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92240" y="164592"/>
            <a:ext cx="2194560" cy="29260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6537960" y="201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Student-Focused Mobile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868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886968"/>
            <a:ext cx="914400" cy="2011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1810512" y="9052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15214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"Allow Message" Privacy Setting Ignored — Messages Still Received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Mobile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0604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Settings / Messaging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— Physical Device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79222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197510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4069080" cy="1051560"/>
          </a:xfrm>
          <a:prstGeom prst="rect">
            <a:avLst/>
          </a:prstGeom>
          <a:solidFill>
            <a:srgbClr val="F0F7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331720"/>
            <a:ext cx="4069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Reproduce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 to Privacy Settings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Toggle "Allow Message" to OFF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 another user to send a message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4069080" cy="1051560"/>
          </a:xfrm>
          <a:prstGeom prst="rect">
            <a:avLst/>
          </a:prstGeom>
          <a:solidFill>
            <a:srgbClr val="F0FF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2331720"/>
            <a:ext cx="40690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6888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73405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"Allow Message" is OFF, no messages should be received from other users.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4069080" cy="1051560"/>
          </a:xfrm>
          <a:prstGeom prst="rect">
            <a:avLst/>
          </a:prstGeom>
          <a:solidFill>
            <a:srgbClr val="FFF5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20440"/>
            <a:ext cx="40690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still received despite the privacy setting being disabled. The privacy control has no effect.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520440"/>
            <a:ext cx="4069080" cy="105156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3520440"/>
            <a:ext cx="4069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6576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392277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violation. Users cannot control incoming messages. Broke user trust and platform consistency.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 ·  Privacy-critical defect  ·  Reproduced on multiple devices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— Playwright + Cucumber BDD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·  Page Object Model  ·  GitHub Actions CI/CD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642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6420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93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23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523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+ Gherkin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53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 (POM)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3832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3832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3813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·  E2E  ·  Auth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7F4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428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03120" y="4242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UI Automation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115568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1115568"/>
            <a:ext cx="54864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Flow Coverage (25 scenarios)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Page load, URL &amp; title validation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field: empty, invalid, whitespace, long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screen: 6-input boxes, accept/reject digits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OTP validation: incomplete, wrong,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Full login happy path  ·  Logout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289864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289864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Coverage (35+ scenarios)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92040" y="33649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Header navigation links &amp; dropdown menus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602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 Tools sub-menus (Image, Video, Text)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8404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Hero section: headings, CTA, feature cards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0782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Extension buttons &amp; redirect validation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3159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Tabs, value cards, gallery, footer columns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  ·  Automation-Testing/Playwright-Cucumber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49440" y="164592"/>
            <a:ext cx="1737360" cy="29260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995160" y="2011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REST  ·  Swagger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request validation · Schema checks · Backend integration testing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4114800" cy="3566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15568"/>
            <a:ext cx="54864" cy="3566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Areas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600200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66420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Endpoints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16642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token refresh, session expiry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029968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93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093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 on key resources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459736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237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invalid, boundary, and special-char inputs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Responses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535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400, 401, 403, 404, 422, 500 — message &amp; format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33832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Schema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383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names, types, required fields, null handling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3749040"/>
            <a:ext cx="37490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130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94560" y="3813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between API responses and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4178808"/>
            <a:ext cx="3749040" cy="347472"/>
          </a:xfrm>
          <a:prstGeom prst="rect">
            <a:avLst/>
          </a:prstGeom>
          <a:solidFill>
            <a:srgbClr val="F0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94560" y="4242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environments via Postman variables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1115568"/>
            <a:ext cx="39776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115568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 in Every Request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Status code matches expected value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17922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body schema is correct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Required fields are present and typed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Error messages are clear and accurate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24505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Response time is within acceptable range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Behaviour matches UI-level flow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017520"/>
            <a:ext cx="3977640" cy="16642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017520"/>
            <a:ext cx="54864" cy="16642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 Types Found via API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9204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Missing validation on required fields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3712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Wrong HTTP status returned on errors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returned not matching UI display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Token not invalidated after logout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9204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Inconsistent null vs empty string handling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tests documented with request · response · expected vs actual · environment details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Impact &amp;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1556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relevance &amp; ranking consistency (AI Recruiting System)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1115568"/>
            <a:ext cx="54864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1927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Language-related defects reduced (Logistics Platform)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07024" y="111556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07024" y="1115568"/>
            <a:ext cx="54864" cy="1188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44184" y="12070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44184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consistency improved across multiple projects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441448"/>
            <a:ext cx="54864" cy="1188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coverage rate on critical 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441448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19272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stability across browsers &amp; devices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07024" y="2441448"/>
            <a:ext cx="26060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07024" y="2441448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044184" y="25328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44184" y="30815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consistency &amp; workflow reliability improved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Distribution by Type: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109728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4305300"/>
            <a:ext cx="109728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1828800" y="404926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358640"/>
            <a:ext cx="1097280" cy="213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1026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004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4411980"/>
            <a:ext cx="1097280" cy="1600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0" y="41559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4465320"/>
            <a:ext cx="1097280" cy="1066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4209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0" y="46177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measured across 27+ projects  ·  2,500+ test cases  ·  800+ bug reports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Work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Tracking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 ·  Qase  ·  TestRail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91256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91256" y="1188720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328416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Dev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Chrome DevTools  ·  Swagger/OpenAPI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25312" y="1188720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25312" y="1188720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062472" y="125272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Testing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62472" y="14721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 ·  TestFlight  ·  iOS/Safari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810512"/>
            <a:ext cx="45720" cy="5303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(SELECT · JOIN · WHERE · INSERT)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91256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810512"/>
            <a:ext cx="45720" cy="5303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328416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28416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 ·  Firefox  ·  Safari  ·  Edge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810512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810512"/>
            <a:ext cx="4572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6062472" y="18745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62472" y="209397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 ·  ScreenPal  ·  Loom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432304"/>
            <a:ext cx="4572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JS/TS  ·  Cucumber  ·  GitHub Actions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91256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91256" y="2432304"/>
            <a:ext cx="45720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328416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28416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 ·  Checklists  ·  Knowledge Base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25312" y="2432304"/>
            <a:ext cx="26060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25312" y="2432304"/>
            <a:ext cx="45720" cy="530352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40" name="Text 38"/>
          <p:cNvSpPr/>
          <p:nvPr/>
        </p:nvSpPr>
        <p:spPr>
          <a:xfrm>
            <a:off x="6062472" y="2496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62472" y="27157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·  GitHub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3081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APPROACH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28269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94360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requirements,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 and user flows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24328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24328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2761488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2761488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test cases,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and scenarios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91456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91456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4928616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928616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and log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with full context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3401568"/>
            <a:ext cx="192024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58584" y="3401568"/>
            <a:ext cx="45720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7095744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59" name="Text 57"/>
          <p:cNvSpPr/>
          <p:nvPr/>
        </p:nvSpPr>
        <p:spPr>
          <a:xfrm>
            <a:off x="7095744" y="3877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Retest, document results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maintain traceability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Quality-first approach  ·  Risk-based testing  ·  Clear documentation at every stage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02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14447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QA roles  ·  Freelance  ·  Internship opportunities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 Imerlishvili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Engineer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8056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874520"/>
            <a:ext cx="1901952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874520"/>
            <a:ext cx="54864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9476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9400" y="2212848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linkedin.com/in/lili-imerlishvili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07792"/>
            <a:ext cx="82296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07792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63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is not an act, it is a habit."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00400" y="3547872"/>
            <a:ext cx="274320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projects  ·  2,500+ test cases  ·  800+ bug reports  ·  8+ testing types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95020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 across Web, Mobile, AI, SaaS, E-commerce &amp; more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github.com/LiliImerlishvili/QA-Portfolio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149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lilimerlishvili@gmail.com  ·  linkedin.com/in/lili-imerlishvili  ·  github.com/LiliImerlishvili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2026-07-20T09:52:43Z</dcterms:created>
  <dcterms:modified xsi:type="dcterms:W3CDTF">2026-07-20T09:52:43Z</dcterms:modified>
</cp:coreProperties>
</file>