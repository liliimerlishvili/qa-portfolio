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Lili Imerlishvili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2560320" cy="34747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15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Engineer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Impact 2025  ·  GenofIT  ·  Oct 2025 – Present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920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0116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48640" y="260969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Projects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42032" y="1920240"/>
            <a:ext cx="1920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2032" y="19202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2679192" y="20116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633472" y="260969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Written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26864" y="1920240"/>
            <a:ext cx="1920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9202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4764024" y="20116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718304" y="260969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Reports Filed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11696" y="1920240"/>
            <a:ext cx="1920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11696" y="19202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848856" y="20116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803136" y="260969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Types Used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2918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83080" y="32918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 ·  Mobile  ·  SaaS  ·  AI Platform  ·  E-commerce  ·  Logistics  ·  LMS  ·  Social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630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83080" y="36301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 ·  Postman  ·  Chrome DevTools  ·  Android Testing  ·  TestFlight  ·  GA4  ·  GTM  ·  ClickUp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005072"/>
            <a:ext cx="4023360" cy="34747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041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Playwright + Cucumber BDD  ·  TypeScript  ·  GitHub Actions CI/CD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linkedin.com/in/lili-imerlishvili  ·  lilimerlishvili@gmail.com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Expertise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testing applied across all projects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252728"/>
            <a:ext cx="384048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710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280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user flows, business logic, data consistency across modules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111556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7832" y="1115568"/>
            <a:ext cx="54864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Shape 11"/>
          <p:cNvSpPr/>
          <p:nvPr/>
        </p:nvSpPr>
        <p:spPr>
          <a:xfrm>
            <a:off x="3364992" y="1252728"/>
            <a:ext cx="384048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364992" y="12710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22192" y="1280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64992" y="16642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Creative, unscripted discovery of edge cases and unexpected behaviour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98464" y="111556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98464" y="1115568"/>
            <a:ext cx="54864" cy="1371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6135624" y="1252728"/>
            <a:ext cx="384048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135624" y="12710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92824" y="1280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35624" y="16642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applied fixes do not break existing stable functionality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62432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24328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2761488"/>
            <a:ext cx="384048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7797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Testing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1729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 — physical devices, TestFlight and simulators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27832" y="262432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27832" y="2624328"/>
            <a:ext cx="54864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1" name="Shape 29"/>
          <p:cNvSpPr/>
          <p:nvPr/>
        </p:nvSpPr>
        <p:spPr>
          <a:xfrm>
            <a:off x="3364992" y="2761488"/>
            <a:ext cx="384048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3364992" y="27797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822192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Testing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64992" y="31729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Firefox, Safari and Edge compatibility and layout consistency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98464" y="262432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98464" y="2624328"/>
            <a:ext cx="54864" cy="1371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Shape 35"/>
          <p:cNvSpPr/>
          <p:nvPr/>
        </p:nvSpPr>
        <p:spPr>
          <a:xfrm>
            <a:off x="6135624" y="2761488"/>
            <a:ext cx="384048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6135624" y="27797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92824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35624" y="31729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Postman-based request validation, response checks and backend integration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applied: UI/UX Testing  ·  Smoke Testing  ·  Localization Testing  ·  Usability Testing  ·  Security Basics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Portfolio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real-world client projects across 19 QA documentation categories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920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42032" y="1078992"/>
            <a:ext cx="1920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115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42032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1078992"/>
            <a:ext cx="1920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115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26864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11696" y="1078992"/>
            <a:ext cx="1920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1696" y="1115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11696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920240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92024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1993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Writing Platform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2221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395728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450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writing, collaboration flows, content inconsistencies &amp; AI output bugs.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27832" y="1920240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27832" y="192024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3364992" y="1993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AI Platform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64992" y="2221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64992" y="2395728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3364992" y="2450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Chat, AI Search and Admin Panel. Search accuracy, data mismatches, form bugs.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98464" y="1920240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98464" y="192024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6135624" y="1993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Content Platform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35624" y="2221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Children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35624" y="2395728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6135624" y="2450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browsing, games and purchase flows. Checkout blocker, gameplay freeze bugs.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2962656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962656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30358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Document Platform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" y="32644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4360" y="3438144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3493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creation, document management. Data inconsistencies, regression bugs.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27832" y="2962656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27832" y="2962656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3364992" y="30358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Marketplace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64992" y="32644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B2C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64992" y="3438144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3364992" y="3493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flows and provider data. Data inconsistencies, validation and UI/UX gaps.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998464" y="2962656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98464" y="2962656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9" name="Text 47"/>
          <p:cNvSpPr/>
          <p:nvPr/>
        </p:nvSpPr>
        <p:spPr>
          <a:xfrm>
            <a:off x="6135624" y="30358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Activity Mobile App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135624" y="32644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iOS/Android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35624" y="3438144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6135624" y="3493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Purchase, checkout, transaction flows. Screen transition and payment status bugs.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4005072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4005072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3"/>
          <p:cNvSpPr/>
          <p:nvPr/>
        </p:nvSpPr>
        <p:spPr>
          <a:xfrm>
            <a:off x="594360" y="40782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Mobile App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94360" y="43068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Android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4360" y="4480560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594360" y="4535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settings, navigation, media upload. Critical privacy setting bypass found.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227832" y="4005072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27832" y="4005072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1" name="Text 59"/>
          <p:cNvSpPr/>
          <p:nvPr/>
        </p:nvSpPr>
        <p:spPr>
          <a:xfrm>
            <a:off x="3364992" y="40782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Practice Platform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364992" y="43068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364992" y="4480560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62"/>
          <p:cNvSpPr/>
          <p:nvPr/>
        </p:nvSpPr>
        <p:spPr>
          <a:xfrm>
            <a:off x="3364992" y="4535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calculation, timer behaviour, progress tracking. Input and layout bugs.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998464" y="4005072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98464" y="4005072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7" name="Text 65"/>
          <p:cNvSpPr/>
          <p:nvPr/>
        </p:nvSpPr>
        <p:spPr>
          <a:xfrm>
            <a:off x="6135624" y="40782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&amp; Mindfulness App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135624" y="43068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iOS/Android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135624" y="4480560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6135624" y="4535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features, navigation, content display. Screen and form validation gaps.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2" name="Text 70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projects anonymized. Real credentials, client names and proprietary data excluded.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Project Portfolio — All 27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QA testing across AI platforms, web products, mobile apps and enterprise systems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78892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074420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 &amp; INTELLIGENT PLATFORMS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" y="133502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133502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Recruiting System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540764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" y="157734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157734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E-commerce Platform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783080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" y="1819656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1819656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Multi-Modal Platform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025396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" y="2061972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2061972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Writing Workspace Platform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395728"/>
            <a:ext cx="2788920" cy="274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" y="2446020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BUSINESS &amp; ENTERPRISE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670048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" y="270662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" y="270662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Transportation Platform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912364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" y="294894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080" y="294894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 &amp; Mindfulness LMS Platform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3154680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93192" y="3191256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0080" y="3191256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 Command Center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396996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393192" y="3433572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0080" y="3433572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and Construction Platform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3639312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93192" y="3675888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0080" y="3675888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Marketplace Platform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91840" y="1024128"/>
            <a:ext cx="2788920" cy="2743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3401568" y="1074420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WEB &amp; DIGITAL PLATFORMS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298448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364992" y="133502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11880" y="133502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Web Platform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91840" y="1540764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3364992" y="157734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611880" y="157734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Marketplace Platform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91840" y="1783080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3364992" y="1819656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611880" y="1819656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Hair Styling Brand Website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91840" y="2025396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3364992" y="2061972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11880" y="2061972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Advertising &amp; Voucher Platform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91840" y="2267712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3364992" y="2304288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611880" y="2304288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Digital Content Platform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91840" y="2510028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4" name="Text 52"/>
          <p:cNvSpPr/>
          <p:nvPr/>
        </p:nvSpPr>
        <p:spPr>
          <a:xfrm>
            <a:off x="3364992" y="254660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611880" y="254660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Card Builder Platform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291840" y="2752344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3364992" y="278892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611880" y="278892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Agency Website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291840" y="2994660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0" name="Text 58"/>
          <p:cNvSpPr/>
          <p:nvPr/>
        </p:nvSpPr>
        <p:spPr>
          <a:xfrm>
            <a:off x="3364992" y="3031236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611880" y="3031236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 Platform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291840" y="3236976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3364992" y="3273552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611880" y="3273552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Kitchenware &amp; Home Organization Platform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91840" y="3479292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6" name="Text 64"/>
          <p:cNvSpPr/>
          <p:nvPr/>
        </p:nvSpPr>
        <p:spPr>
          <a:xfrm>
            <a:off x="3364992" y="3515868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611880" y="3515868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Document Platform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291840" y="3721608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3364992" y="375818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611880" y="375818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Review &amp; Community Feedback Platform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126480" y="1024128"/>
            <a:ext cx="278892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2" name="Text 70"/>
          <p:cNvSpPr/>
          <p:nvPr/>
        </p:nvSpPr>
        <p:spPr>
          <a:xfrm>
            <a:off x="6236208" y="1074420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MOBILE APPLICATIONS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126480" y="1298448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6199632" y="133502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446520" y="133502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– Social Platform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126480" y="1540764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7" name="Text 75"/>
          <p:cNvSpPr/>
          <p:nvPr/>
        </p:nvSpPr>
        <p:spPr>
          <a:xfrm>
            <a:off x="6199632" y="157734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446520" y="157734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Social Discovery Platform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126480" y="1783080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6199632" y="1819656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446520" y="1819656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Activity Mobile Application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126480" y="2025396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3" name="Text 81"/>
          <p:cNvSpPr/>
          <p:nvPr/>
        </p:nvSpPr>
        <p:spPr>
          <a:xfrm>
            <a:off x="6199632" y="2061972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446520" y="2061972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Student-Focused Android Mobile Application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126480" y="2267712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4"/>
          <p:cNvSpPr/>
          <p:nvPr/>
        </p:nvSpPr>
        <p:spPr>
          <a:xfrm>
            <a:off x="6199632" y="2304288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6446520" y="2304288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Reservation Mobile Application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6126480" y="2510028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9" name="Text 87"/>
          <p:cNvSpPr/>
          <p:nvPr/>
        </p:nvSpPr>
        <p:spPr>
          <a:xfrm>
            <a:off x="6199632" y="254660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6446520" y="254660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Practice Mobile Application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126480" y="2752344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Text 90"/>
          <p:cNvSpPr/>
          <p:nvPr/>
        </p:nvSpPr>
        <p:spPr>
          <a:xfrm>
            <a:off x="6199632" y="278892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6446520" y="278892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&amp; Mindfulness Mobile Application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5" name="Text 93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projects total  ·  Web · Mobile · AI · SaaS · E-commerce · LMS · Logistics · Social · Recruiting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Bug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0" y="164592"/>
            <a:ext cx="2103120" cy="29260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6629400" y="2011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Digital Content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2296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04672"/>
            <a:ext cx="54864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868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886968"/>
            <a:ext cx="914400" cy="2011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1810512" y="90525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15214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"Buy" Button Does Not Respond on Data Entry Page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Content Platform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/ Purchase Flow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772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— Desktop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940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331720"/>
            <a:ext cx="4069080" cy="105156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331720"/>
            <a:ext cx="40690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468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Reproduce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7340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Navigate to the story purchase page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Fill in all required data fields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 the "Buy" button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331720"/>
            <a:ext cx="4069080" cy="1051560"/>
          </a:xfrm>
          <a:prstGeom prst="rect">
            <a:avLst/>
          </a:prstGeom>
          <a:solidFill>
            <a:srgbClr val="F0FF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2331720"/>
            <a:ext cx="40690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468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27340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purchase flow proceeds to the payment / confirmation screen after clicking "Buy"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4069080" cy="1051560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520440"/>
            <a:ext cx="40690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657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392277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"Buy" button does not respond. No action, no error message shown. Transaction cannot be completed.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520440"/>
            <a:ext cx="4069080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3520440"/>
            <a:ext cx="40690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657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392277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blocker — users cannot complete any purchase. Direct revenue loss and broken core user flow.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in Jira  ·  Reproduced with screenshots  ·  Clear steps, actual vs expected documented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Bug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0" y="164592"/>
            <a:ext cx="2194560" cy="29260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5" name="Text 3"/>
          <p:cNvSpPr/>
          <p:nvPr/>
        </p:nvSpPr>
        <p:spPr>
          <a:xfrm>
            <a:off x="6537960" y="201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Student-Focused Mobile App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2296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04672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868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886968"/>
            <a:ext cx="914400" cy="20116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1810512" y="90525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15214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"Allow Message" Privacy Setting Ignored — Messages Still Received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Mobile App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Settings / Messaging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772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— Physical Device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940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331720"/>
            <a:ext cx="4069080" cy="105156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331720"/>
            <a:ext cx="40690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468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Reproduce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7340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Go to Privacy Settings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Toggle "Allow Message" to OFF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Ask another user to send a message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331720"/>
            <a:ext cx="4069080" cy="1051560"/>
          </a:xfrm>
          <a:prstGeom prst="rect">
            <a:avLst/>
          </a:prstGeom>
          <a:solidFill>
            <a:srgbClr val="F0FF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2331720"/>
            <a:ext cx="40690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468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27340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"Allow Message" is OFF, no messages should be received from other users.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4069080" cy="1051560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520440"/>
            <a:ext cx="40690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657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392277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are still received despite the privacy setting being disabled. The privacy control has no effect.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520440"/>
            <a:ext cx="4069080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3520440"/>
            <a:ext cx="40690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657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392277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 violation. Users cannot control incoming messages. Broke user trust and platform consistency.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in Jira  ·  Privacy-critical defect  ·  Reproduced on multiple devices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Automation — Playwright + Cucumber BDD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 ·  Page Object Model  ·  GitHub Actions CI/CD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411480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54864" cy="3566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600200"/>
            <a:ext cx="3749040" cy="347472"/>
          </a:xfrm>
          <a:prstGeom prst="rect">
            <a:avLst/>
          </a:prstGeom>
          <a:solidFill>
            <a:srgbClr val="F7F4FF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6642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16642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029968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0939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20939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(Chromium)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459736"/>
            <a:ext cx="3749040" cy="347472"/>
          </a:xfrm>
          <a:prstGeom prst="rect">
            <a:avLst/>
          </a:prstGeom>
          <a:solidFill>
            <a:srgbClr val="F7F4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237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Layer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5237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+ Gherkin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2889504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535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29535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(POM)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3319272"/>
            <a:ext cx="3749040" cy="347472"/>
          </a:xfrm>
          <a:prstGeom prst="rect">
            <a:avLst/>
          </a:prstGeom>
          <a:solidFill>
            <a:srgbClr val="F7F4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3832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03120" y="33832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3749040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8130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3120" y="38130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 ·  E2E  ·  Auth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" y="4178808"/>
            <a:ext cx="3749040" cy="347472"/>
          </a:xfrm>
          <a:prstGeom prst="rect">
            <a:avLst/>
          </a:prstGeom>
          <a:solidFill>
            <a:srgbClr val="F7F4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2428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03120" y="42428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UI Automation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115568"/>
            <a:ext cx="397764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115568"/>
            <a:ext cx="54864" cy="16642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1234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Flow Coverage (25 scenarios)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15727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Page load, URL &amp; title validation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17922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Email field: empty, invalid, whitespace, long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2011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OTP screen: 6-input boxes, accept/reject digits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2231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OTP validation: incomplete, wrong, correct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2450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Full login happy path  ·  Logout flow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898648"/>
            <a:ext cx="39776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2898648"/>
            <a:ext cx="54864" cy="1783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Coverage (35+ scenarios)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92040" y="33649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Header navigation links &amp; dropdown menus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36027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AI Tools sub-menus (Image, Video, Text)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92040" y="38404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Hero section: headings, CTA, feature cards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40782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Extension buttons &amp; redirect validation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92040" y="43159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Tabs, value cards, gallery, footer columns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github.com/LiliImerlishvili/QA-Portfolio  ·  Automation-Testing/Playwright-Cucumber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 — Postman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49440" y="164592"/>
            <a:ext cx="1737360" cy="29260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6995160" y="2011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 ·  REST  ·  Swagger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request validation · Schema checks · Backend integration testing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411480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15568"/>
            <a:ext cx="54864" cy="35661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Areas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600200"/>
            <a:ext cx="3749040" cy="347472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6642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Endpoints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94560" y="16642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logout, token refresh, session expiry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029968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0939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2093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POST / PUT / DELETE on key resources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459736"/>
            <a:ext cx="3749040" cy="347472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5237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25237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Empty, invalid, boundary, and special-char inputs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2889504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9535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2953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 401, 403, 404, 422, 500 — message &amp; format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3319272"/>
            <a:ext cx="3749040" cy="347472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33832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Schema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94560" y="33832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names, types, required fields, null handling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3749040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8130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94560" y="3813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 between API responses and UI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" y="4178808"/>
            <a:ext cx="3749040" cy="347472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42428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94560" y="42428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Staging environments via Postman variables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1115568"/>
            <a:ext cx="39776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1115568"/>
            <a:ext cx="54864" cy="1783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1234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Validate in Every Request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92040" y="15727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Status code matches expected value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17922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Response body schema is correct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2011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Required fields are present and typed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2231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Error messages are clear and accurate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2450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Response time is within acceptable range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26700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Behaviour matches UI-level flow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017520"/>
            <a:ext cx="397764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3017520"/>
            <a:ext cx="54864" cy="16642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3136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Defect Types Found via API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92040" y="34930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Missing validation on required fields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92040" y="37124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Wrong HTTP status returned on errors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92040" y="39319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 returned not matching UI display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92040" y="4151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Token not invalidated after logout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92040" y="43708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Inconsistent null vs empty string handling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tests documented with request · response · expected vs actual · environment details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Impact &amp;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15568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07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relevance &amp; ranking consistency (AI Recruiting System)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2112" y="111556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82112" y="1115568"/>
            <a:ext cx="54864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3319272" y="1207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19272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Language-related defects reduced (Logistics Platform)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07024" y="111556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07024" y="1115568"/>
            <a:ext cx="54864" cy="1188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044184" y="1207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044184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consistency improved across multiple projects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4144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441448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5328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94360" y="3081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coverage rate on critical flows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82112" y="244144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82112" y="2441448"/>
            <a:ext cx="54864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319272" y="25328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319272" y="3081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stability across browsers &amp; devices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07024" y="244144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07024" y="2441448"/>
            <a:ext cx="54864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6044184" y="25328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044184" y="3081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 consistency &amp; workflow reliability improved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584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Distribution by Type: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1097280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6758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28800" y="4305300"/>
            <a:ext cx="1097280" cy="2667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0" y="40492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8288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0" y="4358640"/>
            <a:ext cx="1097280" cy="213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0" y="41026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004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4411980"/>
            <a:ext cx="1097280" cy="1600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0" y="41559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43600" y="4465320"/>
            <a:ext cx="1097280" cy="10668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0" y="42092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9436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measured across 27+ projects  ·  Real-world QA impact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Work Approach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45720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527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Management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4721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 ·  ClickUp  ·  Google Sheets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91256" y="1188720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91256" y="1188720"/>
            <a:ext cx="45720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328416" y="12527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Dev Tools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28416" y="14721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 ·  Chrome DevTools  ·  Swagger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25312" y="1188720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25312" y="1188720"/>
            <a:ext cx="45720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062472" y="12527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Testing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62472" y="14721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 ·  TestFlight  ·  iOS/Safari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810512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810512"/>
            <a:ext cx="45720" cy="5303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1874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SEO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20939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 ·  GTM  ·  Metricool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91256" y="1810512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91256" y="1810512"/>
            <a:ext cx="45720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3328416" y="1874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28416" y="20939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 ·  Firefox  ·  Safari  ·  Edge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25312" y="1810512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25312" y="1810512"/>
            <a:ext cx="45720" cy="5303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6062472" y="1874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62472" y="20939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  ·  ScreenPal  ·  Loom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432304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432304"/>
            <a:ext cx="45720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2496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27157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 ·  Cucumber  ·  TypeScript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91256" y="2432304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91256" y="2432304"/>
            <a:ext cx="45720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3328416" y="2496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28416" y="27157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 ·  Notion  ·  Google Docs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25312" y="2432304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25312" y="2432304"/>
            <a:ext cx="45720" cy="530352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40" name="Text 38"/>
          <p:cNvSpPr/>
          <p:nvPr/>
        </p:nvSpPr>
        <p:spPr>
          <a:xfrm>
            <a:off x="6062472" y="2496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62472" y="27157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·  GitHub  ·  GitHub Actions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3081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APPROACH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3282696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3401568"/>
            <a:ext cx="1920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3401568"/>
            <a:ext cx="45720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594360" y="38770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requirements,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areas and user flows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624328" y="3401568"/>
            <a:ext cx="1920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24328" y="3401568"/>
            <a:ext cx="45720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8"/>
          <p:cNvSpPr/>
          <p:nvPr/>
        </p:nvSpPr>
        <p:spPr>
          <a:xfrm>
            <a:off x="2761488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2761488" y="38770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test cases,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and scenarios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91456" y="3401568"/>
            <a:ext cx="1920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91456" y="3401568"/>
            <a:ext cx="45720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2"/>
          <p:cNvSpPr/>
          <p:nvPr/>
        </p:nvSpPr>
        <p:spPr>
          <a:xfrm>
            <a:off x="4928616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4928616" y="38770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tests and log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with full context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58584" y="3401568"/>
            <a:ext cx="1920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58584" y="3401568"/>
            <a:ext cx="45720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6"/>
          <p:cNvSpPr/>
          <p:nvPr/>
        </p:nvSpPr>
        <p:spPr>
          <a:xfrm>
            <a:off x="7095744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7095744" y="38770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Retest, document results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maintain traceability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Quality-first approach  ·  Risk-based testing  ·  Clear documentation at every stage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Connect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144475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QA roles  ·  Freelance  ·  Internship opportunities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901952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476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2128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 Imerlishvili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874520"/>
            <a:ext cx="1901952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87452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9476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22128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Engineer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1874520"/>
            <a:ext cx="1901952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87452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9476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22128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lilimerlishvili@gmail.com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874520"/>
            <a:ext cx="1901952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87452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9476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9400" y="22128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linkedin.com/in/lili-imerlishvili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07792"/>
            <a:ext cx="822960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907792"/>
            <a:ext cx="54864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"Quality is not an act, it is a habit."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200400" y="3547872"/>
            <a:ext cx="27432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639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27+ projects  ·  2000+ test cases  ·  800+ bug reports  ·  8+ testing types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9502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experience across Web, Mobile, AI, SaaS, E-commerce &amp; more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0" y="43159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github.com/LiliImerlishvili/QA-Portfolio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lilimerlishvili@gmail.com  ·  linkedin.com/in/lili-imerlishvili  ·  github.com/LiliImerlishvili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2026-07-20T09:46:23Z</dcterms:created>
  <dcterms:modified xsi:type="dcterms:W3CDTF">2026-07-20T09:46:23Z</dcterms:modified>
</cp:coreProperties>
</file>