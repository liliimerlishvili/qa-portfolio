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Lili Imerlishvili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2560320" cy="34747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155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QA Engineer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154680" y="1078992"/>
            <a:ext cx="1371600" cy="347472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7" name="Text 5"/>
          <p:cNvSpPr/>
          <p:nvPr/>
        </p:nvSpPr>
        <p:spPr>
          <a:xfrm>
            <a:off x="3218688" y="11155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QA Lead  ×3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GetBot.AI  ·  GenofIT  ·  Pik.ge  ·  Oct 2024 – Present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19202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920240"/>
            <a:ext cx="54864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011680"/>
            <a:ext cx="17373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27+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48640" y="2609698"/>
            <a:ext cx="17373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Projects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42032" y="1920240"/>
            <a:ext cx="19202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42032" y="1920240"/>
            <a:ext cx="54864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2679192" y="2011680"/>
            <a:ext cx="17373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2,500+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2633472" y="2609698"/>
            <a:ext cx="17373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Written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26864" y="1920240"/>
            <a:ext cx="19202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26864" y="1920240"/>
            <a:ext cx="54864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4764024" y="2011680"/>
            <a:ext cx="17373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800+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718304" y="2609698"/>
            <a:ext cx="17373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Reports Filed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11696" y="1920240"/>
            <a:ext cx="19202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11696" y="1920240"/>
            <a:ext cx="54864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6848856" y="2011680"/>
            <a:ext cx="17373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8+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6803136" y="2609698"/>
            <a:ext cx="17373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Types Used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32918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783080" y="329184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 ·  Mobile  ·  SaaS  ·  AI Platform  ·  E-commerce  ·  Logistics  ·  LMS  ·  Social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3630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783080" y="363016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 ·  Postman  ·  Chrome DevTools  ·  Android Testing  ·  TestFlight  ·  GA4  ·  GTM  ·  ClickUp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005072"/>
            <a:ext cx="4663440" cy="32004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03250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Playwright + Cucumber BDD  ·  TypeScript  ·  GitHub Actions CI/CD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9149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linkedin.com/in/lili-imerlishvili  ·  lilimerlishvili@gmail.com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Expertise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testing applied across all projects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265176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15568"/>
            <a:ext cx="54864" cy="1371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252728"/>
            <a:ext cx="384048" cy="38404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7101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2801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66420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user flows, business logic, data consistency across modules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27832" y="1115568"/>
            <a:ext cx="265176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27832" y="1115568"/>
            <a:ext cx="54864" cy="13716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Shape 11"/>
          <p:cNvSpPr/>
          <p:nvPr/>
        </p:nvSpPr>
        <p:spPr>
          <a:xfrm>
            <a:off x="3364992" y="1252728"/>
            <a:ext cx="384048" cy="38404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3364992" y="127101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22192" y="12801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Testing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64992" y="166420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Creative, unscripted discovery of edge cases and unexpected behaviour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98464" y="1115568"/>
            <a:ext cx="265176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98464" y="1115568"/>
            <a:ext cx="54864" cy="13716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9" name="Shape 17"/>
          <p:cNvSpPr/>
          <p:nvPr/>
        </p:nvSpPr>
        <p:spPr>
          <a:xfrm>
            <a:off x="6135624" y="1252728"/>
            <a:ext cx="384048" cy="3840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0" name="Text 18"/>
          <p:cNvSpPr/>
          <p:nvPr/>
        </p:nvSpPr>
        <p:spPr>
          <a:xfrm>
            <a:off x="6135624" y="127101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92824" y="12801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Testing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35624" y="166420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Verifying applied fixes do not break existing stable functionality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624328"/>
            <a:ext cx="265176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624328"/>
            <a:ext cx="54864" cy="1371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2761488"/>
            <a:ext cx="384048" cy="38404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277977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51560" y="27889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Testing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" y="317296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&amp; iOS — physical devices, TestFlight and simulators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27832" y="2624328"/>
            <a:ext cx="265176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27832" y="2624328"/>
            <a:ext cx="54864" cy="13716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1" name="Shape 29"/>
          <p:cNvSpPr/>
          <p:nvPr/>
        </p:nvSpPr>
        <p:spPr>
          <a:xfrm>
            <a:off x="3364992" y="2761488"/>
            <a:ext cx="384048" cy="38404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2" name="Text 30"/>
          <p:cNvSpPr/>
          <p:nvPr/>
        </p:nvSpPr>
        <p:spPr>
          <a:xfrm>
            <a:off x="3364992" y="277977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822192" y="27889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Cross-Browser Testing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364992" y="317296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Chrome, Firefox, Safari and Edge compatibility and layout consistency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998464" y="2624328"/>
            <a:ext cx="265176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98464" y="2624328"/>
            <a:ext cx="54864" cy="13716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7" name="Shape 35"/>
          <p:cNvSpPr/>
          <p:nvPr/>
        </p:nvSpPr>
        <p:spPr>
          <a:xfrm>
            <a:off x="6135624" y="2761488"/>
            <a:ext cx="384048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8" name="Text 36"/>
          <p:cNvSpPr/>
          <p:nvPr/>
        </p:nvSpPr>
        <p:spPr>
          <a:xfrm>
            <a:off x="6135624" y="277977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}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592824" y="27889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135624" y="317296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Postman-based request validation, response checks and backend integration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49149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applied: UI/UX Testing  ·  Smoke Testing  ·  Localization Testing  ·  Usability Testing  ·  Security Basics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Portfolio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real-world client projects across web, mobile, AI and enterprise platforms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192024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1556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27+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42032" y="1078992"/>
            <a:ext cx="192024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42032" y="111556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2,500+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542032" y="14630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26864" y="1078992"/>
            <a:ext cx="192024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6864" y="111556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800+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26864" y="14630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Reports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11696" y="1078992"/>
            <a:ext cx="192024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11696" y="111556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12+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711696" y="14630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1920240"/>
            <a:ext cx="26517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1920240"/>
            <a:ext cx="54864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199339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Writing Workspace Platform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222199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SaaS · AI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" y="2395728"/>
            <a:ext cx="237744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24505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writing, document editing, workspace nav, research &amp; notes. Content saving &amp; AI flow bugs.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27832" y="1920240"/>
            <a:ext cx="26517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27832" y="1920240"/>
            <a:ext cx="54864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3364992" y="199339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E-commerce Platform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64992" y="222199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SaaS · AI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364992" y="2395728"/>
            <a:ext cx="237744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6"/>
          <p:cNvSpPr/>
          <p:nvPr/>
        </p:nvSpPr>
        <p:spPr>
          <a:xfrm>
            <a:off x="3364992" y="24505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Chat, AI Search, Admin Panel. Search accuracy, frontend–backend data consistency, validation bugs.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998464" y="1920240"/>
            <a:ext cx="26517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98464" y="1920240"/>
            <a:ext cx="54864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6135624" y="199339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Digital Content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35624" y="222199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Children · ★ QA Lead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135624" y="2395728"/>
            <a:ext cx="237744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32"/>
          <p:cNvSpPr/>
          <p:nvPr/>
        </p:nvSpPr>
        <p:spPr>
          <a:xfrm>
            <a:off x="6135624" y="24505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browsing, interactive games, purchase &amp; content access. Critical checkout blocker found.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2962656"/>
            <a:ext cx="26517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2962656"/>
            <a:ext cx="54864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7" name="Text 35"/>
          <p:cNvSpPr/>
          <p:nvPr/>
        </p:nvSpPr>
        <p:spPr>
          <a:xfrm>
            <a:off x="594360" y="30358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Document Platform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94360" y="326440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SaaS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94360" y="3438144"/>
            <a:ext cx="237744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Text 38"/>
          <p:cNvSpPr/>
          <p:nvPr/>
        </p:nvSpPr>
        <p:spPr>
          <a:xfrm>
            <a:off x="594360" y="34930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creation, contract management, form validation. Data inconsistencies &amp; regression bugs.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27832" y="2962656"/>
            <a:ext cx="26517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27832" y="2962656"/>
            <a:ext cx="54864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3" name="Text 41"/>
          <p:cNvSpPr/>
          <p:nvPr/>
        </p:nvSpPr>
        <p:spPr>
          <a:xfrm>
            <a:off x="3364992" y="30358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Marketplace Platform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364992" y="326440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B2C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364992" y="3438144"/>
            <a:ext cx="237744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Text 44"/>
          <p:cNvSpPr/>
          <p:nvPr/>
        </p:nvSpPr>
        <p:spPr>
          <a:xfrm>
            <a:off x="3364992" y="34930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booking platform. Service browsing, request flows, provider data, form validation gaps.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998464" y="2962656"/>
            <a:ext cx="26517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98464" y="2962656"/>
            <a:ext cx="54864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9" name="Text 47"/>
          <p:cNvSpPr/>
          <p:nvPr/>
        </p:nvSpPr>
        <p:spPr>
          <a:xfrm>
            <a:off x="6135624" y="30358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Activity Mobile App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135624" y="326440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· iOS/Android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135624" y="3438144"/>
            <a:ext cx="237744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Text 50"/>
          <p:cNvSpPr/>
          <p:nvPr/>
        </p:nvSpPr>
        <p:spPr>
          <a:xfrm>
            <a:off x="6135624" y="34930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Purchase, checkout, transaction flows. Screen transition &amp; payment status display bugs.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57200" y="4005072"/>
            <a:ext cx="26517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7200" y="4005072"/>
            <a:ext cx="54864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3"/>
          <p:cNvSpPr/>
          <p:nvPr/>
        </p:nvSpPr>
        <p:spPr>
          <a:xfrm>
            <a:off x="594360" y="407822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Student-Focused Mobile App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94360" y="430682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· Android · ★ QA Lead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94360" y="4480560"/>
            <a:ext cx="237744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8" name="Text 56"/>
          <p:cNvSpPr/>
          <p:nvPr/>
        </p:nvSpPr>
        <p:spPr>
          <a:xfrm>
            <a:off x="594360" y="453542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Navigation, UI, forms, privacy settings. Critical privacy bypass — messages received despite OFF.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227832" y="4005072"/>
            <a:ext cx="26517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227832" y="4005072"/>
            <a:ext cx="54864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1" name="Text 59"/>
          <p:cNvSpPr/>
          <p:nvPr/>
        </p:nvSpPr>
        <p:spPr>
          <a:xfrm>
            <a:off x="3364992" y="407822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Practice Platform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3364992" y="430682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364992" y="4480560"/>
            <a:ext cx="237744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4" name="Text 62"/>
          <p:cNvSpPr/>
          <p:nvPr/>
        </p:nvSpPr>
        <p:spPr>
          <a:xfrm>
            <a:off x="3364992" y="453542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calculation, timer behavior, progress tracking. Input field and layout bugs reported.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998464" y="4005072"/>
            <a:ext cx="26517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998464" y="4005072"/>
            <a:ext cx="54864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7" name="Text 65"/>
          <p:cNvSpPr/>
          <p:nvPr/>
        </p:nvSpPr>
        <p:spPr>
          <a:xfrm>
            <a:off x="6135624" y="407822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&amp; Mindfulness App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6135624" y="430682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· iOS/Android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135624" y="4480560"/>
            <a:ext cx="237744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0" name="Text 68"/>
          <p:cNvSpPr/>
          <p:nvPr/>
        </p:nvSpPr>
        <p:spPr>
          <a:xfrm>
            <a:off x="6135624" y="453542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Self-discovery &amp; mindfulness features, lifestyle flows, navigation, content display issues.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2" name="Text 70"/>
          <p:cNvSpPr/>
          <p:nvPr/>
        </p:nvSpPr>
        <p:spPr>
          <a:xfrm>
            <a:off x="457200" y="49149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projects anonymized. Real credentials, client names and proprietary data excluded.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Project Portfolio — All 27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QA testing across AI platforms, web products, mobile apps and enterprise systems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2788920" cy="274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429768" y="1074420"/>
            <a:ext cx="2624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AI &amp; INTELLIGENT PLATFORMS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278892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393192" y="1335024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40080" y="1335024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Recruiting System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" y="1540764"/>
            <a:ext cx="2788920" cy="2423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393192" y="1577340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0080" y="1577340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E-commerce Platform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" y="1783080"/>
            <a:ext cx="278892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393192" y="1819656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40080" y="1819656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Multi-Modal Platform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2025396"/>
            <a:ext cx="2788920" cy="2423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393192" y="2061972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0080" y="2061972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Writing Workspace Platform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" y="2395728"/>
            <a:ext cx="2788920" cy="2743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0" name="Text 18"/>
          <p:cNvSpPr/>
          <p:nvPr/>
        </p:nvSpPr>
        <p:spPr>
          <a:xfrm>
            <a:off x="429768" y="2446020"/>
            <a:ext cx="2624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BUSINESS &amp; ENTERPRISE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2670048"/>
            <a:ext cx="278892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393192" y="2706624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40080" y="2706624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&amp; Transportation Platform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" y="2912364"/>
            <a:ext cx="2788920" cy="2423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393192" y="2948940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40080" y="2948940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Meditation &amp; Mindfulness LMS Platform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0040" y="3154680"/>
            <a:ext cx="278892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393192" y="3191256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40080" y="3191256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Engineering Command Center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0040" y="3396996"/>
            <a:ext cx="2788920" cy="2423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1" name="Text 29"/>
          <p:cNvSpPr/>
          <p:nvPr/>
        </p:nvSpPr>
        <p:spPr>
          <a:xfrm>
            <a:off x="393192" y="3433572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40080" y="3433572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and Construction Platform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0040" y="3639312"/>
            <a:ext cx="278892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393192" y="3675888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40080" y="3675888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Marketplace Platform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91840" y="1024128"/>
            <a:ext cx="2788920" cy="27432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37" name="Text 35"/>
          <p:cNvSpPr/>
          <p:nvPr/>
        </p:nvSpPr>
        <p:spPr>
          <a:xfrm>
            <a:off x="3401568" y="1074420"/>
            <a:ext cx="2624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WEB &amp; DIGITAL PLATFORMS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298448"/>
            <a:ext cx="278892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3364992" y="1335024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611880" y="1335024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Web Platform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91840" y="1540764"/>
            <a:ext cx="2788920" cy="2423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2" name="Text 40"/>
          <p:cNvSpPr/>
          <p:nvPr/>
        </p:nvSpPr>
        <p:spPr>
          <a:xfrm>
            <a:off x="3364992" y="1577340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611880" y="1577340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 Marketplace Platform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291840" y="1783080"/>
            <a:ext cx="278892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3364992" y="1819656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611880" y="1819656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Heritage Hair Styling Brand Website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291840" y="2025396"/>
            <a:ext cx="2788920" cy="2423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8" name="Text 46"/>
          <p:cNvSpPr/>
          <p:nvPr/>
        </p:nvSpPr>
        <p:spPr>
          <a:xfrm>
            <a:off x="3364992" y="2061972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611880" y="2061972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Advertising &amp; Voucher Platform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291840" y="2267712"/>
            <a:ext cx="278892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3364992" y="2304288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611880" y="2304288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Digital Content Platform ★ QA Lead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291840" y="2510028"/>
            <a:ext cx="2788920" cy="2423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4" name="Text 52"/>
          <p:cNvSpPr/>
          <p:nvPr/>
        </p:nvSpPr>
        <p:spPr>
          <a:xfrm>
            <a:off x="3364992" y="2546604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3611880" y="2546604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Invitation Card Builder Platform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291840" y="2752344"/>
            <a:ext cx="278892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3364992" y="2788920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3611880" y="2788920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Agency Website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3291840" y="2994660"/>
            <a:ext cx="2788920" cy="2423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0" name="Text 58"/>
          <p:cNvSpPr/>
          <p:nvPr/>
        </p:nvSpPr>
        <p:spPr>
          <a:xfrm>
            <a:off x="3364992" y="3031236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3611880" y="3031236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Portal Platform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3291840" y="3236976"/>
            <a:ext cx="278892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Text 61"/>
          <p:cNvSpPr/>
          <p:nvPr/>
        </p:nvSpPr>
        <p:spPr>
          <a:xfrm>
            <a:off x="3364992" y="3273552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3611880" y="3273552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Kitchenware &amp; Home Organization Platform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3291840" y="3479292"/>
            <a:ext cx="2788920" cy="2423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6" name="Text 64"/>
          <p:cNvSpPr/>
          <p:nvPr/>
        </p:nvSpPr>
        <p:spPr>
          <a:xfrm>
            <a:off x="3364992" y="3515868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3611880" y="3515868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Document Platform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3291840" y="3721608"/>
            <a:ext cx="278892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Text 67"/>
          <p:cNvSpPr/>
          <p:nvPr/>
        </p:nvSpPr>
        <p:spPr>
          <a:xfrm>
            <a:off x="3364992" y="3758184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3611880" y="3758184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Vacancy Review &amp; Community Feedback Platform ★ QA Lead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6126480" y="1024128"/>
            <a:ext cx="2788920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2" name="Text 70"/>
          <p:cNvSpPr/>
          <p:nvPr/>
        </p:nvSpPr>
        <p:spPr>
          <a:xfrm>
            <a:off x="6236208" y="1074420"/>
            <a:ext cx="2624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MOBILE APPLICATIONS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6126480" y="1298448"/>
            <a:ext cx="278892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4" name="Text 72"/>
          <p:cNvSpPr/>
          <p:nvPr/>
        </p:nvSpPr>
        <p:spPr>
          <a:xfrm>
            <a:off x="6199632" y="1335024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6446520" y="1335024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– Social Platform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6126480" y="1540764"/>
            <a:ext cx="2788920" cy="2423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7" name="Text 75"/>
          <p:cNvSpPr/>
          <p:nvPr/>
        </p:nvSpPr>
        <p:spPr>
          <a:xfrm>
            <a:off x="6199632" y="1577340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6446520" y="1577340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Social Discovery Platform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6126480" y="1783080"/>
            <a:ext cx="278892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0" name="Text 78"/>
          <p:cNvSpPr/>
          <p:nvPr/>
        </p:nvSpPr>
        <p:spPr>
          <a:xfrm>
            <a:off x="6199632" y="1819656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6446520" y="1819656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Activity Mobile Application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6126480" y="2025396"/>
            <a:ext cx="2788920" cy="2423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3" name="Text 81"/>
          <p:cNvSpPr/>
          <p:nvPr/>
        </p:nvSpPr>
        <p:spPr>
          <a:xfrm>
            <a:off x="6199632" y="2061972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6446520" y="2061972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Student-Focused Android Mobile Application ★ QA Lead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6126480" y="2267712"/>
            <a:ext cx="278892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6" name="Text 84"/>
          <p:cNvSpPr/>
          <p:nvPr/>
        </p:nvSpPr>
        <p:spPr>
          <a:xfrm>
            <a:off x="6199632" y="2304288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6446520" y="2304288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Reservation System (Web + Mobile)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6126480" y="2510028"/>
            <a:ext cx="2788920" cy="2423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9" name="Text 87"/>
          <p:cNvSpPr/>
          <p:nvPr/>
        </p:nvSpPr>
        <p:spPr>
          <a:xfrm>
            <a:off x="6199632" y="2546604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6446520" y="2546604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Practice Mobile Application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6126480" y="2752344"/>
            <a:ext cx="278892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2" name="Text 90"/>
          <p:cNvSpPr/>
          <p:nvPr/>
        </p:nvSpPr>
        <p:spPr>
          <a:xfrm>
            <a:off x="6199632" y="2788920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6446520" y="2788920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&amp; Mindfulness Mobile Application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5" name="Text 93"/>
          <p:cNvSpPr/>
          <p:nvPr/>
        </p:nvSpPr>
        <p:spPr>
          <a:xfrm>
            <a:off x="457200" y="49149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projects total  ·  Web · Mobile · AI · SaaS · E-commerce · LMS · Logistics · Social · Recruiting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Bug Report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0" y="164592"/>
            <a:ext cx="2103120" cy="29260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5" name="Text 3"/>
          <p:cNvSpPr/>
          <p:nvPr/>
        </p:nvSpPr>
        <p:spPr>
          <a:xfrm>
            <a:off x="6629400" y="20116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Digital Content Platform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804672"/>
            <a:ext cx="822960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04672"/>
            <a:ext cx="54864" cy="9144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8686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BUG-001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783080" y="886968"/>
            <a:ext cx="914400" cy="201168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0" name="Text 8"/>
          <p:cNvSpPr/>
          <p:nvPr/>
        </p:nvSpPr>
        <p:spPr>
          <a:xfrm>
            <a:off x="1810512" y="90525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1152144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"Buy" Button Does Not Respond on Data Entry Page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1755648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79222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19751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Content Platform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06040" y="179222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06040" y="19751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/ Purchase Flow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17720" y="179222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17720" y="19751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— Desktop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29400" y="179222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29400" y="19751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331720"/>
            <a:ext cx="4069080" cy="1051560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331720"/>
            <a:ext cx="40690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246888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to Reproduce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2734056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Navigate to the story purchase page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Fill in all required data fields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Click the "Buy" button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2331720"/>
            <a:ext cx="4069080" cy="1051560"/>
          </a:xfrm>
          <a:prstGeom prst="rect">
            <a:avLst/>
          </a:prstGeom>
          <a:solidFill>
            <a:srgbClr val="F0FF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2331720"/>
            <a:ext cx="406908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246888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2734056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purchase flow proceeds to the payment / confirmation screen after clicking "Buy"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520440"/>
            <a:ext cx="4069080" cy="1051560"/>
          </a:xfrm>
          <a:prstGeom prst="rect">
            <a:avLst/>
          </a:prstGeom>
          <a:solidFill>
            <a:srgbClr val="FFF5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520440"/>
            <a:ext cx="406908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365760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Result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4360" y="3922776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"Buy" button does not respond. No action, no error message shown. Transaction cannot be completed.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17720" y="3520440"/>
            <a:ext cx="4069080" cy="1051560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17720" y="3520440"/>
            <a:ext cx="406908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365760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54880" y="3922776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blocker — users cannot complete any purchase. Direct revenue loss and broken core user flow.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9149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in Jira  ·  Reproduced with screenshots  ·  Clear steps, actual vs expected documented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Bug Report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92240" y="164592"/>
            <a:ext cx="2194560" cy="292608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5" name="Text 3"/>
          <p:cNvSpPr/>
          <p:nvPr/>
        </p:nvSpPr>
        <p:spPr>
          <a:xfrm>
            <a:off x="6537960" y="20116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Student-Focused Mobile App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804672"/>
            <a:ext cx="822960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04672"/>
            <a:ext cx="54864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8686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BUG-002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783080" y="886968"/>
            <a:ext cx="914400" cy="201168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0" name="Text 8"/>
          <p:cNvSpPr/>
          <p:nvPr/>
        </p:nvSpPr>
        <p:spPr>
          <a:xfrm>
            <a:off x="1810512" y="90525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1152144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"Allow Message" Privacy Setting Ignored — Messages Still Received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1755648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79222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19751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Mobile App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06040" y="179222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06040" y="19751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Settings / Messaging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17720" y="179222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17720" y="19751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— Physical Device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29400" y="179222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29400" y="19751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331720"/>
            <a:ext cx="4069080" cy="1051560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331720"/>
            <a:ext cx="40690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246888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to Reproduce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2734056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Go to Privacy Settings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Toggle "Allow Message" to OFF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Ask another user to send a message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2331720"/>
            <a:ext cx="4069080" cy="1051560"/>
          </a:xfrm>
          <a:prstGeom prst="rect">
            <a:avLst/>
          </a:prstGeom>
          <a:solidFill>
            <a:srgbClr val="F0FF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2331720"/>
            <a:ext cx="406908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246888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2734056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"Allow Message" is OFF, no messages should be received from other users.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520440"/>
            <a:ext cx="4069080" cy="1051560"/>
          </a:xfrm>
          <a:prstGeom prst="rect">
            <a:avLst/>
          </a:prstGeom>
          <a:solidFill>
            <a:srgbClr val="FFF5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520440"/>
            <a:ext cx="406908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365760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Result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4360" y="3922776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are still received despite the privacy setting being disabled. The privacy control has no effect.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17720" y="3520440"/>
            <a:ext cx="4069080" cy="1051560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17720" y="3520440"/>
            <a:ext cx="406908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365760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54880" y="3922776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privacy violation. Users cannot control incoming messages. Broke user trust and platform consistency.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9149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in Jira  ·  Privacy-critical defect  ·  Reproduced on multiple devices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Automation — Playwright + Cucumber BDD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 ·  Page Object Model  ·  GitHub Actions CI/CD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4114800" cy="3566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15568"/>
            <a:ext cx="54864" cy="35661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Architecture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600200"/>
            <a:ext cx="3749040" cy="347472"/>
          </a:xfrm>
          <a:prstGeom prst="rect">
            <a:avLst/>
          </a:prstGeom>
          <a:solidFill>
            <a:srgbClr val="F7F4FF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66420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03120" y="166420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2029968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09397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03120" y="209397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(Chromium)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2459736"/>
            <a:ext cx="3749040" cy="347472"/>
          </a:xfrm>
          <a:prstGeom prst="rect">
            <a:avLst/>
          </a:prstGeom>
          <a:solidFill>
            <a:srgbClr val="F7F4FF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2374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Layer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03120" y="252374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Cucumber + Gherkin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" y="2889504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295351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103120" y="295351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Model (POM)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" y="3319272"/>
            <a:ext cx="3749040" cy="347472"/>
          </a:xfrm>
          <a:prstGeom prst="rect">
            <a:avLst/>
          </a:prstGeom>
          <a:solidFill>
            <a:srgbClr val="F7F4FF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33832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103120" y="338328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4360" y="3749040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381304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Types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103120" y="38130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 ·  E2E  ·  Auth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4360" y="4178808"/>
            <a:ext cx="3749040" cy="347472"/>
          </a:xfrm>
          <a:prstGeom prst="rect">
            <a:avLst/>
          </a:prstGeom>
          <a:solidFill>
            <a:srgbClr val="F7F4FF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424281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103120" y="424281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Platform UI Automation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1115568"/>
            <a:ext cx="3977640" cy="16642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1115568"/>
            <a:ext cx="54864" cy="16642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1234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Flow Coverage (25 scenarios)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92040" y="157276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Page load, URL &amp; title validation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179222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Email field: empty, invalid, whitespace, long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2040" y="20116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OTP screen: 6-input boxes, accept/reject digits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92040" y="223113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OTP validation: incomplete, wrong, correct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92040" y="24505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Full login happy path  ·  Logout flow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09160" y="2898648"/>
            <a:ext cx="397764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09160" y="2898648"/>
            <a:ext cx="54864" cy="17830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9" name="Text 37"/>
          <p:cNvSpPr/>
          <p:nvPr/>
        </p:nvSpPr>
        <p:spPr>
          <a:xfrm>
            <a:off x="4892040" y="3017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Coverage (35+ scenarios)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92040" y="336499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Header navigation links &amp; dropdown menus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92040" y="360273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AI Tools sub-menus (Image, Video, Text)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92040" y="384048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Hero section: headings, CTA, feature cards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92040" y="407822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Extension buttons &amp; redirect validation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92040" y="431596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Tabs, value cards, gallery, footer columns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49149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github.com/LiliImerlishvili/QA-Portfolio  ·  Automation-Testing/Playwright-Cucumber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Testing — Postman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949440" y="164592"/>
            <a:ext cx="1737360" cy="29260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5" name="Text 3"/>
          <p:cNvSpPr/>
          <p:nvPr/>
        </p:nvSpPr>
        <p:spPr>
          <a:xfrm>
            <a:off x="6995160" y="20116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 ·  REST  ·  Swagger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request validation · Schema checks · Backend integration testing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115568"/>
            <a:ext cx="4114800" cy="3566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15568"/>
            <a:ext cx="54864" cy="35661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Areas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1600200"/>
            <a:ext cx="3749040" cy="347472"/>
          </a:xfrm>
          <a:prstGeom prst="rect">
            <a:avLst/>
          </a:prstGeom>
          <a:solidFill>
            <a:srgbClr val="F0FAFB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166420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Endpoints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94560" y="166420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logout, token refresh, session expiry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2029968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209397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94560" y="20939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 POST / PUT / DELETE on key resources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2459736"/>
            <a:ext cx="3749040" cy="347472"/>
          </a:xfrm>
          <a:prstGeom prst="rect">
            <a:avLst/>
          </a:prstGeom>
          <a:solidFill>
            <a:srgbClr val="F0FAFB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252374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94560" y="252374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Empty, invalid, boundary, and special-char inputs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2889504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95351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Responses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94560" y="295351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400, 401, 403, 404, 422, 500 — message &amp; format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4360" y="3319272"/>
            <a:ext cx="3749040" cy="347472"/>
          </a:xfrm>
          <a:prstGeom prst="rect">
            <a:avLst/>
          </a:prstGeom>
          <a:solidFill>
            <a:srgbClr val="F0FAFB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33832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Schema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94560" y="33832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names, types, required fields, null handling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4360" y="3749040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" y="381304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194560" y="3813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consistency between API responses and UI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4360" y="4178808"/>
            <a:ext cx="3749040" cy="347472"/>
          </a:xfrm>
          <a:prstGeom prst="rect">
            <a:avLst/>
          </a:prstGeom>
          <a:solidFill>
            <a:srgbClr val="F0FAFB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" y="424281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Config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194560" y="424281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/ Staging environments via Postman variables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1115568"/>
            <a:ext cx="397764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09160" y="1115568"/>
            <a:ext cx="54864" cy="17830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3" name="Text 31"/>
          <p:cNvSpPr/>
          <p:nvPr/>
        </p:nvSpPr>
        <p:spPr>
          <a:xfrm>
            <a:off x="4892040" y="1234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Validate in Every Request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92040" y="157276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Status code matches expected value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92040" y="179222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Response body schema is correct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92040" y="20116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Required fields are present and typed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92040" y="223113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Error messages are clear and accurate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92040" y="24505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Response time is within acceptable range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92040" y="26700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Behaviour matches UI-level flow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09160" y="3017520"/>
            <a:ext cx="3977640" cy="16642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09160" y="3017520"/>
            <a:ext cx="54864" cy="16642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2" name="Text 40"/>
          <p:cNvSpPr/>
          <p:nvPr/>
        </p:nvSpPr>
        <p:spPr>
          <a:xfrm>
            <a:off x="4892040" y="31363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Defect Types Found via API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892040" y="34930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Missing validation on required fields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92040" y="371246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Wrong HTTP status returned on errors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92040" y="39319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Data returned not matching UI display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892040" y="41513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Token not invalidated after logout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892040" y="437083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Inconsistent null vs empty string handling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9" name="Text 47"/>
          <p:cNvSpPr/>
          <p:nvPr/>
        </p:nvSpPr>
        <p:spPr>
          <a:xfrm>
            <a:off x="457200" y="49149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API tests documented with request · response · expected vs actual · environment details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Impact &amp; Results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26060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15568"/>
            <a:ext cx="54864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070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+30%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94360" y="175564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relevance &amp; ranking consistency (AI Recruiting System)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82112" y="1115568"/>
            <a:ext cx="26060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82112" y="1115568"/>
            <a:ext cx="54864" cy="1188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3319272" y="12070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−35%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319272" y="175564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Language-related defects reduced (Logistics Platform)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07024" y="1115568"/>
            <a:ext cx="26060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07024" y="1115568"/>
            <a:ext cx="54864" cy="1188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6044184" y="12070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+25%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044184" y="175564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consistency improved across multiple projects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441448"/>
            <a:ext cx="26060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441448"/>
            <a:ext cx="54864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5328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94360" y="30815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coverage rate on critical flows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82112" y="2441448"/>
            <a:ext cx="26060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82112" y="2441448"/>
            <a:ext cx="54864" cy="1188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3319272" y="25328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3319272" y="30815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layout stability across browsers &amp; devices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07024" y="2441448"/>
            <a:ext cx="26060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07024" y="2441448"/>
            <a:ext cx="54864" cy="1188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6044184" y="25328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+30%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6044184" y="30815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response consistency &amp; workflow reliability improved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35844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Distribution by Type: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931920"/>
            <a:ext cx="1097280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67588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46177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828800" y="4305300"/>
            <a:ext cx="1097280" cy="2667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3" name="Text 31"/>
          <p:cNvSpPr/>
          <p:nvPr/>
        </p:nvSpPr>
        <p:spPr>
          <a:xfrm>
            <a:off x="1828800" y="404926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828800" y="46177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0" y="4358640"/>
            <a:ext cx="1097280" cy="2133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6" name="Text 34"/>
          <p:cNvSpPr/>
          <p:nvPr/>
        </p:nvSpPr>
        <p:spPr>
          <a:xfrm>
            <a:off x="3200400" y="410260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200400" y="46177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0" y="4411980"/>
            <a:ext cx="1097280" cy="1600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0" y="41559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0" y="46177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943600" y="4465320"/>
            <a:ext cx="1097280" cy="10668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42" name="Text 40"/>
          <p:cNvSpPr/>
          <p:nvPr/>
        </p:nvSpPr>
        <p:spPr>
          <a:xfrm>
            <a:off x="5943600" y="420928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943600" y="46177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49149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measured across 27+ projects  ·  2,500+ test cases  ·  800+ bug reports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Work Approach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69848"/>
            <a:ext cx="822960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260604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45720" cy="5303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527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Tracking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47218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 ·  Qase  ·  TestRail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91256" y="1188720"/>
            <a:ext cx="260604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91256" y="1188720"/>
            <a:ext cx="45720" cy="5303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3328416" y="12527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Dev Tools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28416" y="147218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 ·  Chrome DevTools  ·  Swagger/OpenAPI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25312" y="1188720"/>
            <a:ext cx="260604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25312" y="1188720"/>
            <a:ext cx="45720" cy="5303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6062472" y="12527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Testing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62472" y="147218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  ·  TestFlight  ·  iOS/Safari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1810512"/>
            <a:ext cx="260604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1810512"/>
            <a:ext cx="45720" cy="53035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187452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" y="2093976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(SELECT · JOIN · WHERE · INSERT)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191256" y="1810512"/>
            <a:ext cx="260604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91256" y="1810512"/>
            <a:ext cx="45720" cy="5303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3328416" y="187452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Cross-Browser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28416" y="2093976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 ·  Firefox  ·  Safari  ·  Edge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25312" y="1810512"/>
            <a:ext cx="260604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25312" y="1810512"/>
            <a:ext cx="45720" cy="5303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6062472" y="187452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Reporting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062472" y="2093976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  ·  ScreenPal  ·  Loom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2432304"/>
            <a:ext cx="260604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2432304"/>
            <a:ext cx="45720" cy="5303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249631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4360" y="271576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JS/TS  ·  Cucumber  ·  GitHub Actions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191256" y="2432304"/>
            <a:ext cx="260604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191256" y="2432304"/>
            <a:ext cx="45720" cy="5303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6" name="Text 34"/>
          <p:cNvSpPr/>
          <p:nvPr/>
        </p:nvSpPr>
        <p:spPr>
          <a:xfrm>
            <a:off x="3328416" y="249631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328416" y="271576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 ·  Checklists  ·  Knowledge Base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925312" y="2432304"/>
            <a:ext cx="260604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25312" y="2432304"/>
            <a:ext cx="45720" cy="530352"/>
          </a:xfrm>
          <a:prstGeom prst="rect">
            <a:avLst/>
          </a:prstGeom>
          <a:solidFill>
            <a:srgbClr val="1A202C"/>
          </a:solidFill>
          <a:ln/>
        </p:spPr>
      </p:sp>
      <p:sp>
        <p:nvSpPr>
          <p:cNvPr id="40" name="Text 38"/>
          <p:cNvSpPr/>
          <p:nvPr/>
        </p:nvSpPr>
        <p:spPr>
          <a:xfrm>
            <a:off x="6062472" y="249631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062472" y="271576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 ·  GitHub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7200" y="30815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APPROACH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7200" y="3282696"/>
            <a:ext cx="822960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4" name="Shape 42"/>
          <p:cNvSpPr/>
          <p:nvPr/>
        </p:nvSpPr>
        <p:spPr>
          <a:xfrm>
            <a:off x="457200" y="3401568"/>
            <a:ext cx="192024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" y="3401568"/>
            <a:ext cx="45720" cy="1417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6" name="Text 44"/>
          <p:cNvSpPr/>
          <p:nvPr/>
        </p:nvSpPr>
        <p:spPr>
          <a:xfrm>
            <a:off x="594360" y="3474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594360" y="3877056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requirements,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areas and user flows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624328" y="3401568"/>
            <a:ext cx="192024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624328" y="3401568"/>
            <a:ext cx="45720" cy="1417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0" name="Text 48"/>
          <p:cNvSpPr/>
          <p:nvPr/>
        </p:nvSpPr>
        <p:spPr>
          <a:xfrm>
            <a:off x="2761488" y="3474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2761488" y="3877056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test cases,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checklists and scenarios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791456" y="3401568"/>
            <a:ext cx="192024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791456" y="3401568"/>
            <a:ext cx="45720" cy="1417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4" name="Text 52"/>
          <p:cNvSpPr/>
          <p:nvPr/>
        </p:nvSpPr>
        <p:spPr>
          <a:xfrm>
            <a:off x="4928616" y="3474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4928616" y="3877056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tests and log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with full context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958584" y="3401568"/>
            <a:ext cx="192024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958584" y="3401568"/>
            <a:ext cx="45720" cy="1417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6"/>
          <p:cNvSpPr/>
          <p:nvPr/>
        </p:nvSpPr>
        <p:spPr>
          <a:xfrm>
            <a:off x="7095744" y="3474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59" name="Text 57"/>
          <p:cNvSpPr/>
          <p:nvPr/>
        </p:nvSpPr>
        <p:spPr>
          <a:xfrm>
            <a:off x="7095744" y="3877056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Retest, document results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maintain traceability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1" name="Text 59"/>
          <p:cNvSpPr/>
          <p:nvPr/>
        </p:nvSpPr>
        <p:spPr>
          <a:xfrm>
            <a:off x="457200" y="49149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Quality-first approach  ·  Risk-based testing  ·  Clear documentation at every stage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5029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Connect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0" y="144475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QA roles  ·  Freelance  ·  Internship opportunities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1901952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74520"/>
            <a:ext cx="54864" cy="868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947672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2212848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Lili Imerlishvili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1874520"/>
            <a:ext cx="1901952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1874520"/>
            <a:ext cx="54864" cy="868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1947672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06040" y="2212848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QA Engineer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80560" y="1874520"/>
            <a:ext cx="1901952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80560" y="1874520"/>
            <a:ext cx="54864" cy="868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1947672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17720" y="2212848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lilimerlishvili@gmail.com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92240" y="1874520"/>
            <a:ext cx="1901952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1874520"/>
            <a:ext cx="54864" cy="868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1947672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29400" y="2212848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linkedin.com/in/lili-imerlishvili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907792"/>
            <a:ext cx="822960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907792"/>
            <a:ext cx="54864" cy="1417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0632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"Quality is not an act, it is a habit."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200400" y="3547872"/>
            <a:ext cx="274320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6393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27+ projects  ·  2,500+ test cases  ·  800+ bug reports  ·  8+ testing types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39502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experience across Web, Mobile, AI, SaaS, E-commerce &amp; more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0" y="43159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github.com/LiliImerlishvili/QA-Portfolio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9149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lilimerlishvili@gmail.com  ·  linkedin.com/in/lili-imerlishvili  ·  github.com/LiliImerlishvili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2026-07-20T09:57:45Z</dcterms:created>
  <dcterms:modified xsi:type="dcterms:W3CDTF">2026-07-20T09:57:45Z</dcterms:modified>
</cp:coreProperties>
</file>